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3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325110" y="65405"/>
            <a:ext cx="1541780" cy="473075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deployment</a:t>
            </a:r>
            <a:endParaRPr lang="en-US" altLang="zh-CN"/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737235" y="1705610"/>
            <a:ext cx="1069340" cy="4730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</a:rPr>
              <a:t>qinfo</a:t>
            </a:r>
            <a:endParaRPr lang="en-US" altLang="zh-CN" sz="14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737235" y="2437765"/>
            <a:ext cx="1069975" cy="4730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</a:rPr>
              <a:t>pk</a:t>
            </a:r>
            <a:endParaRPr lang="en-US" altLang="zh-CN" sz="14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938655" y="2910840"/>
            <a:ext cx="1541780" cy="4730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</a:rPr>
              <a:t>FeatureProcess</a:t>
            </a:r>
            <a:endParaRPr lang="en-US" altLang="zh-CN" sz="14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835150" y="3862705"/>
            <a:ext cx="1777365" cy="4730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</a:rPr>
              <a:t>EmbeddingLookUp</a:t>
            </a:r>
            <a:endParaRPr lang="en-US" altLang="zh-CN" sz="14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3863340" y="3862705"/>
            <a:ext cx="1777365" cy="4730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</a:rPr>
              <a:t>TorchRunGraphOp</a:t>
            </a:r>
            <a:endParaRPr lang="en-US" altLang="zh-CN" sz="14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21" name="云形 20"/>
          <p:cNvSpPr/>
          <p:nvPr/>
        </p:nvSpPr>
        <p:spPr>
          <a:xfrm>
            <a:off x="6932295" y="1445260"/>
            <a:ext cx="2725420" cy="1465580"/>
          </a:xfrm>
          <a:prstGeom prst="cloud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7458075" y="2025650"/>
            <a:ext cx="1475105" cy="511175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</a:rPr>
              <a:t>核心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</a:rPr>
              <a:t>: Aot Infer</a:t>
            </a:r>
            <a:endParaRPr lang="en-US" altLang="zh-CN" sz="16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277100" y="1660525"/>
            <a:ext cx="19170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libtorch </a:t>
            </a:r>
            <a:r>
              <a:rPr lang="zh-CN" altLang="en-US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运行时环境</a:t>
            </a:r>
            <a:endParaRPr lang="zh-CN" altLang="en-US" sz="1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4" name="矩形 23"/>
          <p:cNvSpPr/>
          <p:nvPr>
            <p:custDataLst>
              <p:tags r:id="rId7"/>
            </p:custDataLst>
          </p:nvPr>
        </p:nvSpPr>
        <p:spPr>
          <a:xfrm>
            <a:off x="7770495" y="760095"/>
            <a:ext cx="1475105" cy="473075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线程池并行</a:t>
            </a:r>
            <a:r>
              <a:rPr lang="zh-CN" altLang="en-US" sz="1400"/>
              <a:t>能力</a:t>
            </a:r>
            <a:endParaRPr lang="zh-CN" altLang="en-US" sz="1400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8505825" y="3254375"/>
            <a:ext cx="1475105" cy="658495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多</a:t>
            </a:r>
            <a:r>
              <a:rPr lang="en-US" altLang="zh-CN" sz="1400"/>
              <a:t>GPU-stream</a:t>
            </a:r>
            <a:r>
              <a:rPr lang="zh-CN" altLang="en-US" sz="1400"/>
              <a:t>管理</a:t>
            </a:r>
            <a:r>
              <a:rPr lang="zh-CN" altLang="en-US" sz="1400"/>
              <a:t>能力</a:t>
            </a:r>
            <a:endParaRPr lang="zh-CN" altLang="en-US" sz="1400"/>
          </a:p>
        </p:txBody>
      </p:sp>
      <p:sp>
        <p:nvSpPr>
          <p:cNvPr id="26" name="矩形 25"/>
          <p:cNvSpPr/>
          <p:nvPr>
            <p:custDataLst>
              <p:tags r:id="rId9"/>
            </p:custDataLst>
          </p:nvPr>
        </p:nvSpPr>
        <p:spPr>
          <a:xfrm>
            <a:off x="10063480" y="2025650"/>
            <a:ext cx="1673860" cy="473075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多</a:t>
            </a:r>
            <a:r>
              <a:rPr lang="en-US" altLang="zh-CN" sz="1400"/>
              <a:t>biz</a:t>
            </a:r>
            <a:r>
              <a:rPr lang="zh-CN" altLang="en-US" sz="1400"/>
              <a:t>业务切换</a:t>
            </a:r>
            <a:r>
              <a:rPr lang="zh-CN" altLang="en-US" sz="1400"/>
              <a:t>能力</a:t>
            </a:r>
            <a:endParaRPr lang="zh-CN" altLang="en-US" sz="1400"/>
          </a:p>
        </p:txBody>
      </p:sp>
      <p:sp>
        <p:nvSpPr>
          <p:cNvPr id="27" name="矩形 26"/>
          <p:cNvSpPr/>
          <p:nvPr>
            <p:custDataLst>
              <p:tags r:id="rId10"/>
            </p:custDataLst>
          </p:nvPr>
        </p:nvSpPr>
        <p:spPr>
          <a:xfrm>
            <a:off x="6732270" y="3821430"/>
            <a:ext cx="1129030" cy="56769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/>
              <a:t>arpc/rdma</a:t>
            </a:r>
            <a:r>
              <a:rPr lang="zh-CN" altLang="en-US" sz="1400"/>
              <a:t>通讯</a:t>
            </a:r>
            <a:r>
              <a:rPr lang="zh-CN" altLang="en-US" sz="1400"/>
              <a:t>能力</a:t>
            </a:r>
            <a:endParaRPr lang="zh-CN" altLang="en-US" sz="1400"/>
          </a:p>
        </p:txBody>
      </p:sp>
      <p:cxnSp>
        <p:nvCxnSpPr>
          <p:cNvPr id="30" name="肘形连接符 29"/>
          <p:cNvCxnSpPr>
            <a:stCxn id="7" idx="3"/>
            <a:endCxn id="9" idx="0"/>
          </p:cNvCxnSpPr>
          <p:nvPr/>
        </p:nvCxnSpPr>
        <p:spPr>
          <a:xfrm>
            <a:off x="1806575" y="1942465"/>
            <a:ext cx="902970" cy="968375"/>
          </a:xfrm>
          <a:prstGeom prst="bentConnector2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8" idx="3"/>
            <a:endCxn id="9" idx="0"/>
          </p:cNvCxnSpPr>
          <p:nvPr/>
        </p:nvCxnSpPr>
        <p:spPr>
          <a:xfrm>
            <a:off x="1807210" y="2674620"/>
            <a:ext cx="902335" cy="236220"/>
          </a:xfrm>
          <a:prstGeom prst="bentConnector2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9" idx="2"/>
            <a:endCxn id="10" idx="0"/>
          </p:cNvCxnSpPr>
          <p:nvPr/>
        </p:nvCxnSpPr>
        <p:spPr>
          <a:xfrm>
            <a:off x="2709545" y="3383915"/>
            <a:ext cx="0" cy="47879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0" idx="3"/>
          </p:cNvCxnSpPr>
          <p:nvPr>
            <p:custDataLst>
              <p:tags r:id="rId11"/>
            </p:custDataLst>
          </p:nvPr>
        </p:nvCxnSpPr>
        <p:spPr>
          <a:xfrm>
            <a:off x="3612515" y="4099560"/>
            <a:ext cx="250825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1" idx="3"/>
            <a:endCxn id="27" idx="1"/>
          </p:cNvCxnSpPr>
          <p:nvPr/>
        </p:nvCxnSpPr>
        <p:spPr>
          <a:xfrm>
            <a:off x="5640705" y="4099560"/>
            <a:ext cx="109156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7065010" y="2846705"/>
            <a:ext cx="481965" cy="908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>
            <p:custDataLst>
              <p:tags r:id="rId12"/>
            </p:custDataLst>
          </p:nvPr>
        </p:nvCxnSpPr>
        <p:spPr>
          <a:xfrm flipH="1">
            <a:off x="7291705" y="2884170"/>
            <a:ext cx="435610" cy="8705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25" idx="0"/>
            <a:endCxn id="21" idx="1"/>
          </p:cNvCxnSpPr>
          <p:nvPr>
            <p:custDataLst>
              <p:tags r:id="rId13"/>
            </p:custDataLst>
          </p:nvPr>
        </p:nvCxnSpPr>
        <p:spPr>
          <a:xfrm flipH="1" flipV="1">
            <a:off x="8295005" y="2909570"/>
            <a:ext cx="948690" cy="3448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6" idx="1"/>
            <a:endCxn id="21" idx="0"/>
          </p:cNvCxnSpPr>
          <p:nvPr>
            <p:custDataLst>
              <p:tags r:id="rId14"/>
            </p:custDataLst>
          </p:nvPr>
        </p:nvCxnSpPr>
        <p:spPr>
          <a:xfrm flipH="1" flipV="1">
            <a:off x="9655175" y="2178050"/>
            <a:ext cx="408305" cy="84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24" idx="2"/>
            <a:endCxn id="21" idx="3"/>
          </p:cNvCxnSpPr>
          <p:nvPr>
            <p:custDataLst>
              <p:tags r:id="rId15"/>
            </p:custDataLst>
          </p:nvPr>
        </p:nvCxnSpPr>
        <p:spPr>
          <a:xfrm flipH="1">
            <a:off x="8295005" y="1233170"/>
            <a:ext cx="21336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396240" y="642620"/>
            <a:ext cx="5561965" cy="4029710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>
            <p:custDataLst>
              <p:tags r:id="rId16"/>
            </p:custDataLst>
          </p:nvPr>
        </p:nvSpPr>
        <p:spPr>
          <a:xfrm>
            <a:off x="6255385" y="642620"/>
            <a:ext cx="5561965" cy="4029710"/>
          </a:xfrm>
          <a:prstGeom prst="rect">
            <a:avLst/>
          </a:prstGeom>
          <a:ln>
            <a:solidFill>
              <a:schemeClr val="accent3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>
            <p:custDataLst>
              <p:tags r:id="rId17"/>
            </p:custDataLst>
          </p:nvPr>
        </p:nvSpPr>
        <p:spPr>
          <a:xfrm>
            <a:off x="4801235" y="1007745"/>
            <a:ext cx="948690" cy="473075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</a:rPr>
              <a:t>item zone</a:t>
            </a:r>
            <a:endParaRPr lang="en-US" altLang="zh-CN" sz="14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44" name="矩形 43"/>
          <p:cNvSpPr/>
          <p:nvPr>
            <p:custDataLst>
              <p:tags r:id="rId18"/>
            </p:custDataLst>
          </p:nvPr>
        </p:nvSpPr>
        <p:spPr>
          <a:xfrm>
            <a:off x="6390005" y="1007745"/>
            <a:ext cx="948690" cy="473075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</a:rPr>
              <a:t>torch zone</a:t>
            </a:r>
            <a:endParaRPr lang="en-US" altLang="zh-CN" sz="1400">
              <a:latin typeface="华文仿宋" panose="02010600040101010101" charset="-122"/>
              <a:ea typeface="华文仿宋" panose="02010600040101010101" charset="-122"/>
            </a:endParaRPr>
          </a:p>
        </p:txBody>
      </p:sp>
      <p:cxnSp>
        <p:nvCxnSpPr>
          <p:cNvPr id="45" name="肘形连接符 44"/>
          <p:cNvCxnSpPr>
            <a:stCxn id="6" idx="2"/>
            <a:endCxn id="43" idx="0"/>
          </p:cNvCxnSpPr>
          <p:nvPr/>
        </p:nvCxnSpPr>
        <p:spPr>
          <a:xfrm rot="5400000">
            <a:off x="5451158" y="362903"/>
            <a:ext cx="469265" cy="82042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6" idx="2"/>
            <a:endCxn id="44" idx="0"/>
          </p:cNvCxnSpPr>
          <p:nvPr>
            <p:custDataLst>
              <p:tags r:id="rId19"/>
            </p:custDataLst>
          </p:nvPr>
        </p:nvCxnSpPr>
        <p:spPr>
          <a:xfrm rot="5400000" flipV="1">
            <a:off x="6245543" y="388938"/>
            <a:ext cx="469265" cy="768350"/>
          </a:xfrm>
          <a:prstGeom prst="bentConnector3">
            <a:avLst>
              <a:gd name="adj1" fmla="val 50000"/>
            </a:avLst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WPS 演示</Application>
  <PresentationFormat>宽屏</PresentationFormat>
  <Paragraphs>28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华文仿宋</vt:lpstr>
      <vt:lpstr>黑体</vt:lpstr>
      <vt:lpstr>汉仪中黑KW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张钰</cp:lastModifiedBy>
  <cp:revision>9</cp:revision>
  <dcterms:created xsi:type="dcterms:W3CDTF">2024-12-10T01:58:01Z</dcterms:created>
  <dcterms:modified xsi:type="dcterms:W3CDTF">2024-12-10T01:58:01Z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2052-6.5.0.8619</vt:lpwstr>
  </property>
  <property fmtid="{D5CDD505-2E9C-101B-9397-08002B2CF9AE}" pid="3" name="ICV">
    <vt:lpwstr>7D6B65D85EDC319153B45667317D6752_41</vt:lpwstr>
  </property>
</Properties>
</file>