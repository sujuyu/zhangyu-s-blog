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88"/>
        <p:guide pos="38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9" Type="http://schemas.openxmlformats.org/officeDocument/2006/relationships/notesSlide" Target="../notesSlides/notesSlide1.xml"/><Relationship Id="rId48" Type="http://schemas.openxmlformats.org/officeDocument/2006/relationships/slideLayout" Target="../slideLayouts/slideLayout1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941195" y="1144270"/>
            <a:ext cx="1626870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42465" y="1210310"/>
            <a:ext cx="162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full_connect_1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1941195" y="1899285"/>
            <a:ext cx="1626870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941195" y="1965325"/>
            <a:ext cx="162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full_connect_2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941195" y="2667000"/>
            <a:ext cx="1626870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942465" y="2733040"/>
            <a:ext cx="162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full_connect_3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939925" y="3961130"/>
            <a:ext cx="1626870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939925" y="4027170"/>
            <a:ext cx="1627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full_connect_N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4051935" y="1210310"/>
            <a:ext cx="1626870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4053205" y="1276350"/>
            <a:ext cx="162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full_connect_1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5782945" y="1210310"/>
            <a:ext cx="1626870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5782945" y="1276350"/>
            <a:ext cx="162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full_connect_2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7512050" y="1210310"/>
            <a:ext cx="1626870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7513320" y="1276350"/>
            <a:ext cx="162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full_connect_3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13"/>
            </p:custDataLst>
          </p:nvPr>
        </p:nvSpPr>
        <p:spPr>
          <a:xfrm>
            <a:off x="10012045" y="1210310"/>
            <a:ext cx="1626870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10012045" y="1276350"/>
            <a:ext cx="1627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full_connect_N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20" name="矩形 19"/>
          <p:cNvSpPr/>
          <p:nvPr>
            <p:custDataLst>
              <p:tags r:id="rId15"/>
            </p:custDataLst>
          </p:nvPr>
        </p:nvSpPr>
        <p:spPr>
          <a:xfrm>
            <a:off x="7068185" y="2330450"/>
            <a:ext cx="1050925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7277100" y="2396490"/>
            <a:ext cx="699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stack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22" name="矩形 21"/>
          <p:cNvSpPr/>
          <p:nvPr>
            <p:custDataLst>
              <p:tags r:id="rId17"/>
            </p:custDataLst>
          </p:nvPr>
        </p:nvSpPr>
        <p:spPr>
          <a:xfrm>
            <a:off x="6813550" y="3084830"/>
            <a:ext cx="1626870" cy="501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6969125" y="315087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reduce_sum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112" name="椭圆 111"/>
          <p:cNvSpPr/>
          <p:nvPr>
            <p:custDataLst>
              <p:tags r:id="rId19"/>
            </p:custDataLst>
          </p:nvPr>
        </p:nvSpPr>
        <p:spPr>
          <a:xfrm>
            <a:off x="2685710" y="3362008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椭圆 112"/>
          <p:cNvSpPr/>
          <p:nvPr>
            <p:custDataLst>
              <p:tags r:id="rId20"/>
            </p:custDataLst>
          </p:nvPr>
        </p:nvSpPr>
        <p:spPr>
          <a:xfrm>
            <a:off x="2686345" y="3473133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椭圆 113"/>
          <p:cNvSpPr/>
          <p:nvPr>
            <p:custDataLst>
              <p:tags r:id="rId21"/>
            </p:custDataLst>
          </p:nvPr>
        </p:nvSpPr>
        <p:spPr>
          <a:xfrm>
            <a:off x="2686980" y="3584258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>
            <p:custDataLst>
              <p:tags r:id="rId22"/>
            </p:custDataLst>
          </p:nvPr>
        </p:nvSpPr>
        <p:spPr>
          <a:xfrm>
            <a:off x="2685710" y="3250883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>
            <p:custDataLst>
              <p:tags r:id="rId23"/>
            </p:custDataLst>
          </p:nvPr>
        </p:nvSpPr>
        <p:spPr>
          <a:xfrm>
            <a:off x="2687615" y="3695383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24"/>
            </p:custDataLst>
          </p:nvPr>
        </p:nvSpPr>
        <p:spPr>
          <a:xfrm>
            <a:off x="2685710" y="3806508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25"/>
            </p:custDataLst>
          </p:nvPr>
        </p:nvSpPr>
        <p:spPr>
          <a:xfrm>
            <a:off x="9202715" y="1424623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26"/>
            </p:custDataLst>
          </p:nvPr>
        </p:nvSpPr>
        <p:spPr>
          <a:xfrm>
            <a:off x="9331620" y="1424623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27"/>
            </p:custDataLst>
          </p:nvPr>
        </p:nvSpPr>
        <p:spPr>
          <a:xfrm>
            <a:off x="9460525" y="1424623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28"/>
            </p:custDataLst>
          </p:nvPr>
        </p:nvSpPr>
        <p:spPr>
          <a:xfrm>
            <a:off x="9589430" y="1424623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29"/>
            </p:custDataLst>
          </p:nvPr>
        </p:nvSpPr>
        <p:spPr>
          <a:xfrm>
            <a:off x="9718335" y="1424623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>
            <p:custDataLst>
              <p:tags r:id="rId30"/>
            </p:custDataLst>
          </p:nvPr>
        </p:nvSpPr>
        <p:spPr>
          <a:xfrm>
            <a:off x="9847240" y="1424623"/>
            <a:ext cx="72000" cy="720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4" name="直接箭头连接符 33"/>
          <p:cNvCxnSpPr>
            <a:endCxn id="3" idx="0"/>
          </p:cNvCxnSpPr>
          <p:nvPr/>
        </p:nvCxnSpPr>
        <p:spPr>
          <a:xfrm>
            <a:off x="2754630" y="742950"/>
            <a:ext cx="0" cy="40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>
            <a:off x="1943100" y="374650"/>
            <a:ext cx="162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       input x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cxnSp>
        <p:nvCxnSpPr>
          <p:cNvPr id="36" name="直接箭头连接符 35"/>
          <p:cNvCxnSpPr>
            <a:stCxn id="3" idx="2"/>
            <a:endCxn id="6" idx="0"/>
          </p:cNvCxnSpPr>
          <p:nvPr>
            <p:custDataLst>
              <p:tags r:id="rId32"/>
            </p:custDataLst>
          </p:nvPr>
        </p:nvCxnSpPr>
        <p:spPr>
          <a:xfrm>
            <a:off x="2754630" y="1645285"/>
            <a:ext cx="0" cy="254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6" idx="2"/>
            <a:endCxn id="8" idx="0"/>
          </p:cNvCxnSpPr>
          <p:nvPr>
            <p:custDataLst>
              <p:tags r:id="rId33"/>
            </p:custDataLst>
          </p:nvPr>
        </p:nvCxnSpPr>
        <p:spPr>
          <a:xfrm>
            <a:off x="2754630" y="2400300"/>
            <a:ext cx="0" cy="266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10" idx="2"/>
          </p:cNvCxnSpPr>
          <p:nvPr>
            <p:custDataLst>
              <p:tags r:id="rId34"/>
            </p:custDataLst>
          </p:nvPr>
        </p:nvCxnSpPr>
        <p:spPr>
          <a:xfrm>
            <a:off x="2753360" y="4462145"/>
            <a:ext cx="0" cy="360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35"/>
            </p:custDataLst>
          </p:nvPr>
        </p:nvSpPr>
        <p:spPr>
          <a:xfrm>
            <a:off x="6684010" y="219710"/>
            <a:ext cx="162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       input x</a:t>
            </a:r>
            <a:endParaRPr lang="en-US" altLang="zh-CN">
              <a:latin typeface="华文仿宋" panose="02010600040101010101" charset="-122"/>
              <a:ea typeface="华文仿宋" panose="02010600040101010101" charset="-122"/>
            </a:endParaRPr>
          </a:p>
        </p:txBody>
      </p:sp>
      <p:cxnSp>
        <p:nvCxnSpPr>
          <p:cNvPr id="40" name="直接箭头连接符 39"/>
          <p:cNvCxnSpPr>
            <a:stCxn id="39" idx="2"/>
            <a:endCxn id="12" idx="0"/>
          </p:cNvCxnSpPr>
          <p:nvPr>
            <p:custDataLst>
              <p:tags r:id="rId36"/>
            </p:custDataLst>
          </p:nvPr>
        </p:nvCxnSpPr>
        <p:spPr>
          <a:xfrm flipH="1">
            <a:off x="4865370" y="588010"/>
            <a:ext cx="2631440" cy="622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9" idx="2"/>
            <a:endCxn id="14" idx="0"/>
          </p:cNvCxnSpPr>
          <p:nvPr>
            <p:custDataLst>
              <p:tags r:id="rId37"/>
            </p:custDataLst>
          </p:nvPr>
        </p:nvCxnSpPr>
        <p:spPr>
          <a:xfrm flipH="1">
            <a:off x="6596380" y="588010"/>
            <a:ext cx="900430" cy="622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39" idx="2"/>
            <a:endCxn id="16" idx="0"/>
          </p:cNvCxnSpPr>
          <p:nvPr>
            <p:custDataLst>
              <p:tags r:id="rId38"/>
            </p:custDataLst>
          </p:nvPr>
        </p:nvCxnSpPr>
        <p:spPr>
          <a:xfrm>
            <a:off x="7496810" y="588010"/>
            <a:ext cx="828675" cy="622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9" idx="2"/>
            <a:endCxn id="18" idx="0"/>
          </p:cNvCxnSpPr>
          <p:nvPr>
            <p:custDataLst>
              <p:tags r:id="rId39"/>
            </p:custDataLst>
          </p:nvPr>
        </p:nvCxnSpPr>
        <p:spPr>
          <a:xfrm>
            <a:off x="7496810" y="588010"/>
            <a:ext cx="3328670" cy="622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12" idx="2"/>
            <a:endCxn id="20" idx="0"/>
          </p:cNvCxnSpPr>
          <p:nvPr>
            <p:custDataLst>
              <p:tags r:id="rId40"/>
            </p:custDataLst>
          </p:nvPr>
        </p:nvCxnSpPr>
        <p:spPr>
          <a:xfrm>
            <a:off x="4865370" y="1711325"/>
            <a:ext cx="2728595" cy="619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4" idx="2"/>
            <a:endCxn id="20" idx="0"/>
          </p:cNvCxnSpPr>
          <p:nvPr>
            <p:custDataLst>
              <p:tags r:id="rId41"/>
            </p:custDataLst>
          </p:nvPr>
        </p:nvCxnSpPr>
        <p:spPr>
          <a:xfrm>
            <a:off x="6596380" y="1711325"/>
            <a:ext cx="997585" cy="619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16" idx="2"/>
            <a:endCxn id="20" idx="0"/>
          </p:cNvCxnSpPr>
          <p:nvPr>
            <p:custDataLst>
              <p:tags r:id="rId42"/>
            </p:custDataLst>
          </p:nvPr>
        </p:nvCxnSpPr>
        <p:spPr>
          <a:xfrm flipH="1">
            <a:off x="7593965" y="1711325"/>
            <a:ext cx="731520" cy="619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18" idx="2"/>
          </p:cNvCxnSpPr>
          <p:nvPr>
            <p:custDataLst>
              <p:tags r:id="rId43"/>
            </p:custDataLst>
          </p:nvPr>
        </p:nvCxnSpPr>
        <p:spPr>
          <a:xfrm flipH="1">
            <a:off x="7575550" y="1711325"/>
            <a:ext cx="3249930" cy="619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20" idx="2"/>
            <a:endCxn id="22" idx="0"/>
          </p:cNvCxnSpPr>
          <p:nvPr>
            <p:custDataLst>
              <p:tags r:id="rId44"/>
            </p:custDataLst>
          </p:nvPr>
        </p:nvCxnSpPr>
        <p:spPr>
          <a:xfrm>
            <a:off x="7593965" y="2831465"/>
            <a:ext cx="0" cy="2533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>
            <p:custDataLst>
              <p:tags r:id="rId45"/>
            </p:custDataLst>
          </p:nvPr>
        </p:nvCxnSpPr>
        <p:spPr>
          <a:xfrm>
            <a:off x="7593965" y="3585845"/>
            <a:ext cx="0" cy="40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>
            <p:custDataLst>
              <p:tags r:id="rId46"/>
            </p:custDataLst>
          </p:nvPr>
        </p:nvSpPr>
        <p:spPr>
          <a:xfrm>
            <a:off x="1826260" y="4870450"/>
            <a:ext cx="3164840" cy="3683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模型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1: 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全连接层顺序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依赖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7"/>
            </p:custDataLst>
          </p:nvPr>
        </p:nvSpPr>
        <p:spPr>
          <a:xfrm>
            <a:off x="6682105" y="4870450"/>
            <a:ext cx="3164840" cy="3683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模型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</a:rPr>
              <a:t>2: 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全连接层并行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分支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WPS 演示</Application>
  <PresentationFormat>宽屏</PresentationFormat>
  <Paragraphs>28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Times New Roman Regular</vt:lpstr>
      <vt:lpstr>华文仿宋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张钰</cp:lastModifiedBy>
  <cp:revision>11</cp:revision>
  <dcterms:created xsi:type="dcterms:W3CDTF">2024-12-10T11:33:05Z</dcterms:created>
  <dcterms:modified xsi:type="dcterms:W3CDTF">2024-12-10T11:33:05Z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2052-6.5.0.8619</vt:lpwstr>
  </property>
  <property fmtid="{D5CDD505-2E9C-101B-9397-08002B2CF9AE}" pid="3" name="ICV">
    <vt:lpwstr>A1BF1292F08EBA0A926D5667DCBF3908_41</vt:lpwstr>
  </property>
</Properties>
</file>