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8" r:id="rId5"/>
    <p:sldId id="257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208"/>
        <p:guide pos="3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0" Type="http://schemas.openxmlformats.org/officeDocument/2006/relationships/notesSlide" Target="../notesSlides/notesSlide1.xml"/><Relationship Id="rId9" Type="http://schemas.openxmlformats.org/officeDocument/2006/relationships/tags" Target="../tags/tag9.xml"/><Relationship Id="rId89" Type="http://schemas.openxmlformats.org/officeDocument/2006/relationships/slideLayout" Target="../slideLayouts/slideLayout1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5" Type="http://schemas.openxmlformats.org/officeDocument/2006/relationships/notesSlide" Target="../notesSlides/notesSlide2.xml"/><Relationship Id="rId94" Type="http://schemas.openxmlformats.org/officeDocument/2006/relationships/slideLayout" Target="../slideLayouts/slideLayout1.xml"/><Relationship Id="rId93" Type="http://schemas.openxmlformats.org/officeDocument/2006/relationships/tags" Target="../tags/tag181.xml"/><Relationship Id="rId92" Type="http://schemas.openxmlformats.org/officeDocument/2006/relationships/tags" Target="../tags/tag180.xml"/><Relationship Id="rId91" Type="http://schemas.openxmlformats.org/officeDocument/2006/relationships/tags" Target="../tags/tag179.xml"/><Relationship Id="rId90" Type="http://schemas.openxmlformats.org/officeDocument/2006/relationships/tags" Target="../tags/tag178.xml"/><Relationship Id="rId9" Type="http://schemas.openxmlformats.org/officeDocument/2006/relationships/tags" Target="../tags/tag97.xml"/><Relationship Id="rId89" Type="http://schemas.openxmlformats.org/officeDocument/2006/relationships/tags" Target="../tags/tag177.xml"/><Relationship Id="rId88" Type="http://schemas.openxmlformats.org/officeDocument/2006/relationships/tags" Target="../tags/tag176.xml"/><Relationship Id="rId87" Type="http://schemas.openxmlformats.org/officeDocument/2006/relationships/tags" Target="../tags/tag175.xml"/><Relationship Id="rId86" Type="http://schemas.openxmlformats.org/officeDocument/2006/relationships/tags" Target="../tags/tag174.xml"/><Relationship Id="rId85" Type="http://schemas.openxmlformats.org/officeDocument/2006/relationships/tags" Target="../tags/tag173.xml"/><Relationship Id="rId84" Type="http://schemas.openxmlformats.org/officeDocument/2006/relationships/tags" Target="../tags/tag172.xml"/><Relationship Id="rId83" Type="http://schemas.openxmlformats.org/officeDocument/2006/relationships/tags" Target="../tags/tag171.xml"/><Relationship Id="rId82" Type="http://schemas.openxmlformats.org/officeDocument/2006/relationships/tags" Target="../tags/tag170.xml"/><Relationship Id="rId81" Type="http://schemas.openxmlformats.org/officeDocument/2006/relationships/tags" Target="../tags/tag169.xml"/><Relationship Id="rId80" Type="http://schemas.openxmlformats.org/officeDocument/2006/relationships/tags" Target="../tags/tag168.xml"/><Relationship Id="rId8" Type="http://schemas.openxmlformats.org/officeDocument/2006/relationships/tags" Target="../tags/tag96.xml"/><Relationship Id="rId79" Type="http://schemas.openxmlformats.org/officeDocument/2006/relationships/tags" Target="../tags/tag167.xml"/><Relationship Id="rId78" Type="http://schemas.openxmlformats.org/officeDocument/2006/relationships/tags" Target="../tags/tag166.xml"/><Relationship Id="rId77" Type="http://schemas.openxmlformats.org/officeDocument/2006/relationships/tags" Target="../tags/tag165.xml"/><Relationship Id="rId76" Type="http://schemas.openxmlformats.org/officeDocument/2006/relationships/tags" Target="../tags/tag164.xml"/><Relationship Id="rId75" Type="http://schemas.openxmlformats.org/officeDocument/2006/relationships/tags" Target="../tags/tag163.xml"/><Relationship Id="rId74" Type="http://schemas.openxmlformats.org/officeDocument/2006/relationships/tags" Target="../tags/tag162.xml"/><Relationship Id="rId73" Type="http://schemas.openxmlformats.org/officeDocument/2006/relationships/tags" Target="../tags/tag161.xml"/><Relationship Id="rId72" Type="http://schemas.openxmlformats.org/officeDocument/2006/relationships/tags" Target="../tags/tag160.xml"/><Relationship Id="rId71" Type="http://schemas.openxmlformats.org/officeDocument/2006/relationships/tags" Target="../tags/tag159.xml"/><Relationship Id="rId70" Type="http://schemas.openxmlformats.org/officeDocument/2006/relationships/tags" Target="../tags/tag158.xml"/><Relationship Id="rId7" Type="http://schemas.openxmlformats.org/officeDocument/2006/relationships/tags" Target="../tags/tag95.xml"/><Relationship Id="rId69" Type="http://schemas.openxmlformats.org/officeDocument/2006/relationships/tags" Target="../tags/tag157.xml"/><Relationship Id="rId68" Type="http://schemas.openxmlformats.org/officeDocument/2006/relationships/tags" Target="../tags/tag156.xml"/><Relationship Id="rId67" Type="http://schemas.openxmlformats.org/officeDocument/2006/relationships/tags" Target="../tags/tag155.xml"/><Relationship Id="rId66" Type="http://schemas.openxmlformats.org/officeDocument/2006/relationships/tags" Target="../tags/tag154.xml"/><Relationship Id="rId65" Type="http://schemas.openxmlformats.org/officeDocument/2006/relationships/tags" Target="../tags/tag153.xml"/><Relationship Id="rId64" Type="http://schemas.openxmlformats.org/officeDocument/2006/relationships/tags" Target="../tags/tag152.xml"/><Relationship Id="rId63" Type="http://schemas.openxmlformats.org/officeDocument/2006/relationships/tags" Target="../tags/tag151.xml"/><Relationship Id="rId62" Type="http://schemas.openxmlformats.org/officeDocument/2006/relationships/tags" Target="../tags/tag150.xml"/><Relationship Id="rId61" Type="http://schemas.openxmlformats.org/officeDocument/2006/relationships/tags" Target="../tags/tag149.xml"/><Relationship Id="rId60" Type="http://schemas.openxmlformats.org/officeDocument/2006/relationships/tags" Target="../tags/tag148.xml"/><Relationship Id="rId6" Type="http://schemas.openxmlformats.org/officeDocument/2006/relationships/tags" Target="../tags/tag94.xml"/><Relationship Id="rId59" Type="http://schemas.openxmlformats.org/officeDocument/2006/relationships/tags" Target="../tags/tag147.xml"/><Relationship Id="rId58" Type="http://schemas.openxmlformats.org/officeDocument/2006/relationships/tags" Target="../tags/tag146.xml"/><Relationship Id="rId57" Type="http://schemas.openxmlformats.org/officeDocument/2006/relationships/tags" Target="../tags/tag145.xml"/><Relationship Id="rId56" Type="http://schemas.openxmlformats.org/officeDocument/2006/relationships/tags" Target="../tags/tag144.xml"/><Relationship Id="rId55" Type="http://schemas.openxmlformats.org/officeDocument/2006/relationships/tags" Target="../tags/tag143.xml"/><Relationship Id="rId54" Type="http://schemas.openxmlformats.org/officeDocument/2006/relationships/tags" Target="../tags/tag142.xml"/><Relationship Id="rId53" Type="http://schemas.openxmlformats.org/officeDocument/2006/relationships/tags" Target="../tags/tag141.xml"/><Relationship Id="rId52" Type="http://schemas.openxmlformats.org/officeDocument/2006/relationships/tags" Target="../tags/tag140.xml"/><Relationship Id="rId51" Type="http://schemas.openxmlformats.org/officeDocument/2006/relationships/tags" Target="../tags/tag139.xml"/><Relationship Id="rId50" Type="http://schemas.openxmlformats.org/officeDocument/2006/relationships/tags" Target="../tags/tag138.xml"/><Relationship Id="rId5" Type="http://schemas.openxmlformats.org/officeDocument/2006/relationships/tags" Target="../tags/tag93.xml"/><Relationship Id="rId49" Type="http://schemas.openxmlformats.org/officeDocument/2006/relationships/tags" Target="../tags/tag137.xml"/><Relationship Id="rId48" Type="http://schemas.openxmlformats.org/officeDocument/2006/relationships/tags" Target="../tags/tag136.xml"/><Relationship Id="rId47" Type="http://schemas.openxmlformats.org/officeDocument/2006/relationships/tags" Target="../tags/tag135.xml"/><Relationship Id="rId46" Type="http://schemas.openxmlformats.org/officeDocument/2006/relationships/tags" Target="../tags/tag134.xml"/><Relationship Id="rId45" Type="http://schemas.openxmlformats.org/officeDocument/2006/relationships/tags" Target="../tags/tag133.xml"/><Relationship Id="rId44" Type="http://schemas.openxmlformats.org/officeDocument/2006/relationships/tags" Target="../tags/tag132.xml"/><Relationship Id="rId43" Type="http://schemas.openxmlformats.org/officeDocument/2006/relationships/tags" Target="../tags/tag131.xml"/><Relationship Id="rId42" Type="http://schemas.openxmlformats.org/officeDocument/2006/relationships/tags" Target="../tags/tag130.xml"/><Relationship Id="rId41" Type="http://schemas.openxmlformats.org/officeDocument/2006/relationships/tags" Target="../tags/tag129.xml"/><Relationship Id="rId40" Type="http://schemas.openxmlformats.org/officeDocument/2006/relationships/tags" Target="../tags/tag128.xml"/><Relationship Id="rId4" Type="http://schemas.openxmlformats.org/officeDocument/2006/relationships/tags" Target="../tags/tag92.xml"/><Relationship Id="rId39" Type="http://schemas.openxmlformats.org/officeDocument/2006/relationships/tags" Target="../tags/tag127.xml"/><Relationship Id="rId38" Type="http://schemas.openxmlformats.org/officeDocument/2006/relationships/tags" Target="../tags/tag126.xml"/><Relationship Id="rId37" Type="http://schemas.openxmlformats.org/officeDocument/2006/relationships/tags" Target="../tags/tag125.xml"/><Relationship Id="rId36" Type="http://schemas.openxmlformats.org/officeDocument/2006/relationships/tags" Target="../tags/tag124.xml"/><Relationship Id="rId35" Type="http://schemas.openxmlformats.org/officeDocument/2006/relationships/tags" Target="../tags/tag123.xml"/><Relationship Id="rId34" Type="http://schemas.openxmlformats.org/officeDocument/2006/relationships/tags" Target="../tags/tag122.xml"/><Relationship Id="rId33" Type="http://schemas.openxmlformats.org/officeDocument/2006/relationships/tags" Target="../tags/tag121.xml"/><Relationship Id="rId32" Type="http://schemas.openxmlformats.org/officeDocument/2006/relationships/tags" Target="../tags/tag120.xml"/><Relationship Id="rId31" Type="http://schemas.openxmlformats.org/officeDocument/2006/relationships/tags" Target="../tags/tag119.xml"/><Relationship Id="rId30" Type="http://schemas.openxmlformats.org/officeDocument/2006/relationships/tags" Target="../tags/tag118.xml"/><Relationship Id="rId3" Type="http://schemas.openxmlformats.org/officeDocument/2006/relationships/tags" Target="../tags/tag91.xml"/><Relationship Id="rId29" Type="http://schemas.openxmlformats.org/officeDocument/2006/relationships/tags" Target="../tags/tag117.xml"/><Relationship Id="rId28" Type="http://schemas.openxmlformats.org/officeDocument/2006/relationships/tags" Target="../tags/tag116.xml"/><Relationship Id="rId27" Type="http://schemas.openxmlformats.org/officeDocument/2006/relationships/tags" Target="../tags/tag115.xml"/><Relationship Id="rId26" Type="http://schemas.openxmlformats.org/officeDocument/2006/relationships/tags" Target="../tags/tag114.xml"/><Relationship Id="rId25" Type="http://schemas.openxmlformats.org/officeDocument/2006/relationships/tags" Target="../tags/tag113.xml"/><Relationship Id="rId24" Type="http://schemas.openxmlformats.org/officeDocument/2006/relationships/tags" Target="../tags/tag112.xml"/><Relationship Id="rId23" Type="http://schemas.openxmlformats.org/officeDocument/2006/relationships/tags" Target="../tags/tag111.xml"/><Relationship Id="rId22" Type="http://schemas.openxmlformats.org/officeDocument/2006/relationships/tags" Target="../tags/tag110.xml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0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tags" Target="../tags/tag18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676525" y="1944370"/>
            <a:ext cx="6015355" cy="11671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668270" y="1355725"/>
            <a:ext cx="1139825" cy="4572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628130" y="1334770"/>
            <a:ext cx="1203325" cy="4781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68270" y="1413510"/>
            <a:ext cx="1217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用户信息</a:t>
            </a:r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qinfo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3909060" y="1355725"/>
            <a:ext cx="1702435" cy="4572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3864610" y="1413510"/>
            <a:ext cx="17862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待打分商品列表</a:t>
            </a:r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item list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30390" y="1413510"/>
            <a:ext cx="14839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</a:rPr>
              <a:t>内容表</a:t>
            </a:r>
            <a:endParaRPr lang="zh-CN" altLang="en-US" sz="12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722120" y="2356485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feature layer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41595" y="2014855"/>
            <a:ext cx="12890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boundary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908675" y="2219325"/>
            <a:ext cx="14839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embeddingLookup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5141595" y="2356485"/>
            <a:ext cx="12890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hash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3690620" y="2356485"/>
            <a:ext cx="12890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placeholder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5141595" y="2835275"/>
            <a:ext cx="12890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idle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6706870" y="2632075"/>
            <a:ext cx="813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concat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2676525" y="3466465"/>
            <a:ext cx="3506470" cy="2296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2896235" y="4046220"/>
            <a:ext cx="4730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tile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3311525" y="5292725"/>
            <a:ext cx="3892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LN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3"/>
            </p:custDataLst>
          </p:nvPr>
        </p:nvSpPr>
        <p:spPr>
          <a:xfrm>
            <a:off x="3629660" y="3509010"/>
            <a:ext cx="636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split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4"/>
            </p:custDataLst>
          </p:nvPr>
        </p:nvSpPr>
        <p:spPr>
          <a:xfrm>
            <a:off x="3572510" y="4084320"/>
            <a:ext cx="813435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matmul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5"/>
            </p:custDataLst>
          </p:nvPr>
        </p:nvSpPr>
        <p:spPr>
          <a:xfrm>
            <a:off x="4427220" y="4027170"/>
            <a:ext cx="85407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weightOp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2844800" y="3495675"/>
            <a:ext cx="4667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cast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2983230" y="4789805"/>
            <a:ext cx="491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add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8"/>
            </p:custDataLst>
          </p:nvPr>
        </p:nvSpPr>
        <p:spPr>
          <a:xfrm>
            <a:off x="3741420" y="5405755"/>
            <a:ext cx="763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concat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9"/>
            </p:custDataLst>
          </p:nvPr>
        </p:nvSpPr>
        <p:spPr>
          <a:xfrm>
            <a:off x="4900295" y="5190490"/>
            <a:ext cx="813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BN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0"/>
            </p:custDataLst>
          </p:nvPr>
        </p:nvSpPr>
        <p:spPr>
          <a:xfrm>
            <a:off x="5476875" y="5226050"/>
            <a:ext cx="813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ReLU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2844800" y="3973195"/>
            <a:ext cx="467360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>
            <p:custDataLst>
              <p:tags r:id="rId21"/>
            </p:custDataLst>
          </p:nvPr>
        </p:nvSpPr>
        <p:spPr>
          <a:xfrm>
            <a:off x="3590290" y="3973195"/>
            <a:ext cx="63690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>
            <p:custDataLst>
              <p:tags r:id="rId22"/>
            </p:custDataLst>
          </p:nvPr>
        </p:nvSpPr>
        <p:spPr>
          <a:xfrm>
            <a:off x="2908935" y="4709795"/>
            <a:ext cx="63690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>
            <p:custDataLst>
              <p:tags r:id="rId23"/>
            </p:custDataLst>
          </p:nvPr>
        </p:nvSpPr>
        <p:spPr>
          <a:xfrm>
            <a:off x="4467860" y="3947160"/>
            <a:ext cx="81343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24"/>
            </p:custDataLst>
          </p:nvPr>
        </p:nvSpPr>
        <p:spPr>
          <a:xfrm>
            <a:off x="3700780" y="4678680"/>
            <a:ext cx="85407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weightOp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43" name="椭圆 42"/>
          <p:cNvSpPr/>
          <p:nvPr>
            <p:custDataLst>
              <p:tags r:id="rId25"/>
            </p:custDataLst>
          </p:nvPr>
        </p:nvSpPr>
        <p:spPr>
          <a:xfrm>
            <a:off x="3741420" y="4598670"/>
            <a:ext cx="81343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>
            <p:custDataLst>
              <p:tags r:id="rId26"/>
            </p:custDataLst>
          </p:nvPr>
        </p:nvSpPr>
        <p:spPr>
          <a:xfrm>
            <a:off x="3545840" y="3495675"/>
            <a:ext cx="636905" cy="3079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>
            <p:custDataLst>
              <p:tags r:id="rId27"/>
            </p:custDataLst>
          </p:nvPr>
        </p:nvSpPr>
        <p:spPr>
          <a:xfrm>
            <a:off x="2732405" y="3496945"/>
            <a:ext cx="636905" cy="34671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>
            <p:custDataLst>
              <p:tags r:id="rId28"/>
            </p:custDataLst>
          </p:nvPr>
        </p:nvSpPr>
        <p:spPr>
          <a:xfrm>
            <a:off x="3206750" y="5292725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>
            <p:custDataLst>
              <p:tags r:id="rId29"/>
            </p:custDataLst>
          </p:nvPr>
        </p:nvSpPr>
        <p:spPr>
          <a:xfrm>
            <a:off x="3785870" y="5356860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>
            <p:custDataLst>
              <p:tags r:id="rId30"/>
            </p:custDataLst>
          </p:nvPr>
        </p:nvSpPr>
        <p:spPr>
          <a:xfrm>
            <a:off x="4791710" y="5145405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>
            <p:custDataLst>
              <p:tags r:id="rId31"/>
            </p:custDataLst>
          </p:nvPr>
        </p:nvSpPr>
        <p:spPr>
          <a:xfrm>
            <a:off x="5476875" y="5178425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直接箭头连接符 49"/>
          <p:cNvCxnSpPr>
            <a:stCxn id="45" idx="4"/>
            <a:endCxn id="39" idx="0"/>
          </p:cNvCxnSpPr>
          <p:nvPr/>
        </p:nvCxnSpPr>
        <p:spPr>
          <a:xfrm>
            <a:off x="3051175" y="3843655"/>
            <a:ext cx="857885" cy="129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4" idx="4"/>
          </p:cNvCxnSpPr>
          <p:nvPr/>
        </p:nvCxnSpPr>
        <p:spPr>
          <a:xfrm>
            <a:off x="3864610" y="3803650"/>
            <a:ext cx="0" cy="16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1" idx="2"/>
            <a:endCxn id="39" idx="6"/>
          </p:cNvCxnSpPr>
          <p:nvPr>
            <p:custDataLst>
              <p:tags r:id="rId32"/>
            </p:custDataLst>
          </p:nvPr>
        </p:nvCxnSpPr>
        <p:spPr>
          <a:xfrm flipH="1">
            <a:off x="4227195" y="4175760"/>
            <a:ext cx="240665" cy="260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8" idx="4"/>
            <a:endCxn id="40" idx="0"/>
          </p:cNvCxnSpPr>
          <p:nvPr>
            <p:custDataLst>
              <p:tags r:id="rId33"/>
            </p:custDataLst>
          </p:nvPr>
        </p:nvCxnSpPr>
        <p:spPr>
          <a:xfrm>
            <a:off x="3078480" y="4430395"/>
            <a:ext cx="149225" cy="27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3" idx="2"/>
            <a:endCxn id="40" idx="6"/>
          </p:cNvCxnSpPr>
          <p:nvPr>
            <p:custDataLst>
              <p:tags r:id="rId34"/>
            </p:custDataLst>
          </p:nvPr>
        </p:nvCxnSpPr>
        <p:spPr>
          <a:xfrm flipH="1">
            <a:off x="3545840" y="4827270"/>
            <a:ext cx="195580" cy="111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曲线连接符 54"/>
          <p:cNvCxnSpPr>
            <a:endCxn id="48" idx="1"/>
          </p:cNvCxnSpPr>
          <p:nvPr/>
        </p:nvCxnSpPr>
        <p:spPr>
          <a:xfrm>
            <a:off x="3909060" y="4430395"/>
            <a:ext cx="960755" cy="76581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曲线连接符 55"/>
          <p:cNvCxnSpPr>
            <a:stCxn id="40" idx="4"/>
            <a:endCxn id="46" idx="0"/>
          </p:cNvCxnSpPr>
          <p:nvPr>
            <p:custDataLst>
              <p:tags r:id="rId35"/>
            </p:custDataLst>
          </p:nvPr>
        </p:nvCxnSpPr>
        <p:spPr>
          <a:xfrm rot="5400000" flipV="1">
            <a:off x="3287395" y="5107305"/>
            <a:ext cx="125730" cy="24511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曲线连接符 56"/>
          <p:cNvCxnSpPr>
            <a:stCxn id="43" idx="4"/>
            <a:endCxn id="47" idx="0"/>
          </p:cNvCxnSpPr>
          <p:nvPr>
            <p:custDataLst>
              <p:tags r:id="rId36"/>
            </p:custDataLst>
          </p:nvPr>
        </p:nvCxnSpPr>
        <p:spPr>
          <a:xfrm rot="5400000">
            <a:off x="3949700" y="5158105"/>
            <a:ext cx="300990" cy="9652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曲线连接符 57"/>
          <p:cNvCxnSpPr>
            <a:stCxn id="49" idx="4"/>
            <a:endCxn id="47" idx="6"/>
          </p:cNvCxnSpPr>
          <p:nvPr>
            <p:custDataLst>
              <p:tags r:id="rId37"/>
            </p:custDataLst>
          </p:nvPr>
        </p:nvCxnSpPr>
        <p:spPr>
          <a:xfrm rot="5400000">
            <a:off x="5027295" y="4813935"/>
            <a:ext cx="5715" cy="142557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38"/>
            </p:custDataLst>
          </p:nvPr>
        </p:nvSpPr>
        <p:spPr>
          <a:xfrm>
            <a:off x="4980305" y="3568065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TF static graph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0" name="矩形 59"/>
          <p:cNvSpPr/>
          <p:nvPr>
            <p:custDataLst>
              <p:tags r:id="rId39"/>
            </p:custDataLst>
          </p:nvPr>
        </p:nvSpPr>
        <p:spPr>
          <a:xfrm>
            <a:off x="6290310" y="3466465"/>
            <a:ext cx="2402205" cy="2296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>
            <p:custDataLst>
              <p:tags r:id="rId40"/>
            </p:custDataLst>
          </p:nvPr>
        </p:nvSpPr>
        <p:spPr>
          <a:xfrm>
            <a:off x="6706870" y="3830955"/>
            <a:ext cx="1473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libtorch</a:t>
            </a:r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运行</a:t>
            </a:r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环境</a:t>
            </a:r>
            <a:endParaRPr lang="zh-CN" altLang="en-US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706870" y="4074795"/>
            <a:ext cx="1560195" cy="13830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>
            <p:custDataLst>
              <p:tags r:id="rId41"/>
            </p:custDataLst>
          </p:nvPr>
        </p:nvSpPr>
        <p:spPr>
          <a:xfrm>
            <a:off x="6783705" y="4106545"/>
            <a:ext cx="14833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aot compile</a:t>
            </a:r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动态库</a:t>
            </a:r>
            <a:endParaRPr lang="zh-CN" altLang="en-US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10" name="矩形 109"/>
          <p:cNvSpPr/>
          <p:nvPr>
            <p:custDataLst>
              <p:tags r:id="rId42"/>
            </p:custDataLst>
          </p:nvPr>
        </p:nvSpPr>
        <p:spPr>
          <a:xfrm>
            <a:off x="6586855" y="3830320"/>
            <a:ext cx="1786255" cy="17583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椭圆 110"/>
          <p:cNvSpPr/>
          <p:nvPr>
            <p:custDataLst>
              <p:tags r:id="rId43"/>
            </p:custDataLst>
          </p:nvPr>
        </p:nvSpPr>
        <p:spPr>
          <a:xfrm>
            <a:off x="6783705" y="43767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椭圆 111"/>
          <p:cNvSpPr/>
          <p:nvPr>
            <p:custDataLst>
              <p:tags r:id="rId44"/>
            </p:custDataLst>
          </p:nvPr>
        </p:nvSpPr>
        <p:spPr>
          <a:xfrm>
            <a:off x="7041175" y="43767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椭圆 112"/>
          <p:cNvSpPr/>
          <p:nvPr>
            <p:custDataLst>
              <p:tags r:id="rId45"/>
            </p:custDataLst>
          </p:nvPr>
        </p:nvSpPr>
        <p:spPr>
          <a:xfrm>
            <a:off x="7298350" y="43767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椭圆 113"/>
          <p:cNvSpPr/>
          <p:nvPr>
            <p:custDataLst>
              <p:tags r:id="rId46"/>
            </p:custDataLst>
          </p:nvPr>
        </p:nvSpPr>
        <p:spPr>
          <a:xfrm>
            <a:off x="7555525" y="43767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椭圆 114"/>
          <p:cNvSpPr/>
          <p:nvPr>
            <p:custDataLst>
              <p:tags r:id="rId47"/>
            </p:custDataLst>
          </p:nvPr>
        </p:nvSpPr>
        <p:spPr>
          <a:xfrm>
            <a:off x="7812700" y="43767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椭圆 115"/>
          <p:cNvSpPr/>
          <p:nvPr>
            <p:custDataLst>
              <p:tags r:id="rId48"/>
            </p:custDataLst>
          </p:nvPr>
        </p:nvSpPr>
        <p:spPr>
          <a:xfrm>
            <a:off x="8077495" y="437292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椭圆 116"/>
          <p:cNvSpPr/>
          <p:nvPr>
            <p:custDataLst>
              <p:tags r:id="rId49"/>
            </p:custDataLst>
          </p:nvPr>
        </p:nvSpPr>
        <p:spPr>
          <a:xfrm>
            <a:off x="7041175" y="486505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椭圆 117"/>
          <p:cNvSpPr/>
          <p:nvPr>
            <p:custDataLst>
              <p:tags r:id="rId50"/>
            </p:custDataLst>
          </p:nvPr>
        </p:nvSpPr>
        <p:spPr>
          <a:xfrm>
            <a:off x="7298350" y="486505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椭圆 118"/>
          <p:cNvSpPr/>
          <p:nvPr>
            <p:custDataLst>
              <p:tags r:id="rId51"/>
            </p:custDataLst>
          </p:nvPr>
        </p:nvSpPr>
        <p:spPr>
          <a:xfrm>
            <a:off x="7555525" y="486505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椭圆 119"/>
          <p:cNvSpPr/>
          <p:nvPr>
            <p:custDataLst>
              <p:tags r:id="rId52"/>
            </p:custDataLst>
          </p:nvPr>
        </p:nvSpPr>
        <p:spPr>
          <a:xfrm>
            <a:off x="7820320" y="486124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椭圆 120"/>
          <p:cNvSpPr/>
          <p:nvPr>
            <p:custDataLst>
              <p:tags r:id="rId53"/>
            </p:custDataLst>
          </p:nvPr>
        </p:nvSpPr>
        <p:spPr>
          <a:xfrm>
            <a:off x="7298350" y="5269548"/>
            <a:ext cx="179705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椭圆 121"/>
          <p:cNvSpPr/>
          <p:nvPr>
            <p:custDataLst>
              <p:tags r:id="rId54"/>
            </p:custDataLst>
          </p:nvPr>
        </p:nvSpPr>
        <p:spPr>
          <a:xfrm>
            <a:off x="7563145" y="5265738"/>
            <a:ext cx="179705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3" name="直接连接符 122"/>
          <p:cNvCxnSpPr>
            <a:stCxn id="111" idx="4"/>
            <a:endCxn id="117" idx="0"/>
          </p:cNvCxnSpPr>
          <p:nvPr>
            <p:custDataLst>
              <p:tags r:id="rId55"/>
            </p:custDataLst>
          </p:nvPr>
        </p:nvCxnSpPr>
        <p:spPr>
          <a:xfrm>
            <a:off x="6873875" y="45567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11" idx="4"/>
            <a:endCxn id="118" idx="0"/>
          </p:cNvCxnSpPr>
          <p:nvPr>
            <p:custDataLst>
              <p:tags r:id="rId56"/>
            </p:custDataLst>
          </p:nvPr>
        </p:nvCxnSpPr>
        <p:spPr>
          <a:xfrm>
            <a:off x="6873875" y="45567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连接符 124"/>
          <p:cNvCxnSpPr>
            <a:stCxn id="111" idx="4"/>
            <a:endCxn id="119" idx="0"/>
          </p:cNvCxnSpPr>
          <p:nvPr>
            <p:custDataLst>
              <p:tags r:id="rId57"/>
            </p:custDataLst>
          </p:nvPr>
        </p:nvCxnSpPr>
        <p:spPr>
          <a:xfrm>
            <a:off x="6873875" y="4556760"/>
            <a:ext cx="77152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11" idx="4"/>
            <a:endCxn id="120" idx="0"/>
          </p:cNvCxnSpPr>
          <p:nvPr>
            <p:custDataLst>
              <p:tags r:id="rId58"/>
            </p:custDataLst>
          </p:nvPr>
        </p:nvCxnSpPr>
        <p:spPr>
          <a:xfrm>
            <a:off x="6873875" y="4556760"/>
            <a:ext cx="1036320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112" idx="4"/>
            <a:endCxn id="117" idx="0"/>
          </p:cNvCxnSpPr>
          <p:nvPr>
            <p:custDataLst>
              <p:tags r:id="rId59"/>
            </p:custDataLst>
          </p:nvPr>
        </p:nvCxnSpPr>
        <p:spPr>
          <a:xfrm>
            <a:off x="7131050" y="4556760"/>
            <a:ext cx="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连接符 127"/>
          <p:cNvCxnSpPr>
            <a:stCxn id="112" idx="4"/>
            <a:endCxn id="118" idx="0"/>
          </p:cNvCxnSpPr>
          <p:nvPr>
            <p:custDataLst>
              <p:tags r:id="rId60"/>
            </p:custDataLst>
          </p:nvPr>
        </p:nvCxnSpPr>
        <p:spPr>
          <a:xfrm>
            <a:off x="7131050" y="45567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112" idx="4"/>
            <a:endCxn id="119" idx="0"/>
          </p:cNvCxnSpPr>
          <p:nvPr>
            <p:custDataLst>
              <p:tags r:id="rId61"/>
            </p:custDataLst>
          </p:nvPr>
        </p:nvCxnSpPr>
        <p:spPr>
          <a:xfrm>
            <a:off x="7131050" y="45567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直接连接符 129"/>
          <p:cNvCxnSpPr>
            <a:stCxn id="112" idx="4"/>
            <a:endCxn id="120" idx="0"/>
          </p:cNvCxnSpPr>
          <p:nvPr>
            <p:custDataLst>
              <p:tags r:id="rId62"/>
            </p:custDataLst>
          </p:nvPr>
        </p:nvCxnSpPr>
        <p:spPr>
          <a:xfrm>
            <a:off x="7131050" y="4556760"/>
            <a:ext cx="779145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连接符 130"/>
          <p:cNvCxnSpPr>
            <a:stCxn id="113" idx="4"/>
            <a:endCxn id="117" idx="0"/>
          </p:cNvCxnSpPr>
          <p:nvPr>
            <p:custDataLst>
              <p:tags r:id="rId63"/>
            </p:custDataLst>
          </p:nvPr>
        </p:nvCxnSpPr>
        <p:spPr>
          <a:xfrm flipH="1">
            <a:off x="7258050" y="46837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连接符 131"/>
          <p:cNvCxnSpPr>
            <a:stCxn id="113" idx="4"/>
            <a:endCxn id="118" idx="0"/>
          </p:cNvCxnSpPr>
          <p:nvPr>
            <p:custDataLst>
              <p:tags r:id="rId64"/>
            </p:custDataLst>
          </p:nvPr>
        </p:nvCxnSpPr>
        <p:spPr>
          <a:xfrm>
            <a:off x="7388225" y="4556760"/>
            <a:ext cx="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连接符 132"/>
          <p:cNvCxnSpPr>
            <a:stCxn id="113" idx="4"/>
            <a:endCxn id="119" idx="0"/>
          </p:cNvCxnSpPr>
          <p:nvPr>
            <p:custDataLst>
              <p:tags r:id="rId65"/>
            </p:custDataLst>
          </p:nvPr>
        </p:nvCxnSpPr>
        <p:spPr>
          <a:xfrm>
            <a:off x="7388225" y="45567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连接符 133"/>
          <p:cNvCxnSpPr>
            <a:stCxn id="113" idx="4"/>
            <a:endCxn id="120" idx="0"/>
          </p:cNvCxnSpPr>
          <p:nvPr>
            <p:custDataLst>
              <p:tags r:id="rId66"/>
            </p:custDataLst>
          </p:nvPr>
        </p:nvCxnSpPr>
        <p:spPr>
          <a:xfrm>
            <a:off x="7388225" y="4556760"/>
            <a:ext cx="521970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stCxn id="114" idx="4"/>
            <a:endCxn id="117" idx="0"/>
          </p:cNvCxnSpPr>
          <p:nvPr>
            <p:custDataLst>
              <p:tags r:id="rId67"/>
            </p:custDataLst>
          </p:nvPr>
        </p:nvCxnSpPr>
        <p:spPr>
          <a:xfrm flipH="1">
            <a:off x="7258050" y="46837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4" idx="4"/>
            <a:endCxn id="118" idx="0"/>
          </p:cNvCxnSpPr>
          <p:nvPr>
            <p:custDataLst>
              <p:tags r:id="rId68"/>
            </p:custDataLst>
          </p:nvPr>
        </p:nvCxnSpPr>
        <p:spPr>
          <a:xfrm flipH="1">
            <a:off x="7515225" y="46837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stCxn id="114" idx="4"/>
            <a:endCxn id="119" idx="0"/>
          </p:cNvCxnSpPr>
          <p:nvPr>
            <p:custDataLst>
              <p:tags r:id="rId69"/>
            </p:custDataLst>
          </p:nvPr>
        </p:nvCxnSpPr>
        <p:spPr>
          <a:xfrm>
            <a:off x="7645400" y="4556760"/>
            <a:ext cx="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stCxn id="114" idx="4"/>
            <a:endCxn id="120" idx="0"/>
          </p:cNvCxnSpPr>
          <p:nvPr>
            <p:custDataLst>
              <p:tags r:id="rId70"/>
            </p:custDataLst>
          </p:nvPr>
        </p:nvCxnSpPr>
        <p:spPr>
          <a:xfrm>
            <a:off x="7645400" y="4556760"/>
            <a:ext cx="264795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stCxn id="115" idx="4"/>
            <a:endCxn id="117" idx="0"/>
          </p:cNvCxnSpPr>
          <p:nvPr>
            <p:custDataLst>
              <p:tags r:id="rId71"/>
            </p:custDataLst>
          </p:nvPr>
        </p:nvCxnSpPr>
        <p:spPr>
          <a:xfrm flipH="1">
            <a:off x="7131050" y="4556760"/>
            <a:ext cx="77152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stCxn id="115" idx="4"/>
            <a:endCxn id="118" idx="0"/>
          </p:cNvCxnSpPr>
          <p:nvPr>
            <p:custDataLst>
              <p:tags r:id="rId72"/>
            </p:custDataLst>
          </p:nvPr>
        </p:nvCxnSpPr>
        <p:spPr>
          <a:xfrm flipH="1">
            <a:off x="7388225" y="45567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直接连接符 140"/>
          <p:cNvCxnSpPr>
            <a:stCxn id="115" idx="4"/>
            <a:endCxn id="119" idx="0"/>
          </p:cNvCxnSpPr>
          <p:nvPr>
            <p:custDataLst>
              <p:tags r:id="rId73"/>
            </p:custDataLst>
          </p:nvPr>
        </p:nvCxnSpPr>
        <p:spPr>
          <a:xfrm flipH="1">
            <a:off x="7645400" y="45567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连接符 141"/>
          <p:cNvCxnSpPr>
            <a:stCxn id="115" idx="4"/>
            <a:endCxn id="120" idx="0"/>
          </p:cNvCxnSpPr>
          <p:nvPr>
            <p:custDataLst>
              <p:tags r:id="rId74"/>
            </p:custDataLst>
          </p:nvPr>
        </p:nvCxnSpPr>
        <p:spPr>
          <a:xfrm>
            <a:off x="7902575" y="4556760"/>
            <a:ext cx="7620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>
            <a:stCxn id="116" idx="4"/>
            <a:endCxn id="117" idx="0"/>
          </p:cNvCxnSpPr>
          <p:nvPr>
            <p:custDataLst>
              <p:tags r:id="rId75"/>
            </p:custDataLst>
          </p:nvPr>
        </p:nvCxnSpPr>
        <p:spPr>
          <a:xfrm flipH="1">
            <a:off x="7131050" y="4552950"/>
            <a:ext cx="1036320" cy="31242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连接符 143"/>
          <p:cNvCxnSpPr>
            <a:stCxn id="116" idx="4"/>
            <a:endCxn id="118" idx="0"/>
          </p:cNvCxnSpPr>
          <p:nvPr>
            <p:custDataLst>
              <p:tags r:id="rId76"/>
            </p:custDataLst>
          </p:nvPr>
        </p:nvCxnSpPr>
        <p:spPr>
          <a:xfrm flipH="1">
            <a:off x="7388225" y="4552950"/>
            <a:ext cx="779145" cy="31242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连接符 144"/>
          <p:cNvCxnSpPr>
            <a:stCxn id="116" idx="4"/>
            <a:endCxn id="119" idx="0"/>
          </p:cNvCxnSpPr>
          <p:nvPr>
            <p:custDataLst>
              <p:tags r:id="rId77"/>
            </p:custDataLst>
          </p:nvPr>
        </p:nvCxnSpPr>
        <p:spPr>
          <a:xfrm flipH="1">
            <a:off x="7645400" y="4552950"/>
            <a:ext cx="521970" cy="31242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stCxn id="116" idx="4"/>
            <a:endCxn id="120" idx="0"/>
          </p:cNvCxnSpPr>
          <p:nvPr>
            <p:custDataLst>
              <p:tags r:id="rId78"/>
            </p:custDataLst>
          </p:nvPr>
        </p:nvCxnSpPr>
        <p:spPr>
          <a:xfrm flipH="1">
            <a:off x="7910195" y="455295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连接符 146"/>
          <p:cNvCxnSpPr>
            <a:stCxn id="117" idx="4"/>
            <a:endCxn id="121" idx="0"/>
          </p:cNvCxnSpPr>
          <p:nvPr>
            <p:custDataLst>
              <p:tags r:id="rId79"/>
            </p:custDataLst>
          </p:nvPr>
        </p:nvCxnSpPr>
        <p:spPr>
          <a:xfrm>
            <a:off x="7131050" y="5045075"/>
            <a:ext cx="257175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连接符 147"/>
          <p:cNvCxnSpPr>
            <a:stCxn id="117" idx="4"/>
            <a:endCxn id="122" idx="0"/>
          </p:cNvCxnSpPr>
          <p:nvPr>
            <p:custDataLst>
              <p:tags r:id="rId80"/>
            </p:custDataLst>
          </p:nvPr>
        </p:nvCxnSpPr>
        <p:spPr>
          <a:xfrm>
            <a:off x="7131050" y="5045075"/>
            <a:ext cx="521970" cy="22098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连接符 148"/>
          <p:cNvCxnSpPr>
            <a:stCxn id="118" idx="4"/>
            <a:endCxn id="121" idx="0"/>
          </p:cNvCxnSpPr>
          <p:nvPr>
            <p:custDataLst>
              <p:tags r:id="rId81"/>
            </p:custDataLst>
          </p:nvPr>
        </p:nvCxnSpPr>
        <p:spPr>
          <a:xfrm>
            <a:off x="7388225" y="5045075"/>
            <a:ext cx="0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连接符 149"/>
          <p:cNvCxnSpPr>
            <a:stCxn id="118" idx="4"/>
            <a:endCxn id="122" idx="0"/>
          </p:cNvCxnSpPr>
          <p:nvPr>
            <p:custDataLst>
              <p:tags r:id="rId82"/>
            </p:custDataLst>
          </p:nvPr>
        </p:nvCxnSpPr>
        <p:spPr>
          <a:xfrm>
            <a:off x="7388225" y="5045075"/>
            <a:ext cx="264795" cy="22098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连接符 150"/>
          <p:cNvCxnSpPr>
            <a:stCxn id="121" idx="0"/>
            <a:endCxn id="119" idx="4"/>
          </p:cNvCxnSpPr>
          <p:nvPr>
            <p:custDataLst>
              <p:tags r:id="rId83"/>
            </p:custDataLst>
          </p:nvPr>
        </p:nvCxnSpPr>
        <p:spPr>
          <a:xfrm flipV="1">
            <a:off x="7388225" y="5045075"/>
            <a:ext cx="257175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连接符 151"/>
          <p:cNvCxnSpPr>
            <a:stCxn id="121" idx="0"/>
            <a:endCxn id="120" idx="4"/>
          </p:cNvCxnSpPr>
          <p:nvPr>
            <p:custDataLst>
              <p:tags r:id="rId84"/>
            </p:custDataLst>
          </p:nvPr>
        </p:nvCxnSpPr>
        <p:spPr>
          <a:xfrm flipV="1">
            <a:off x="7388225" y="5041265"/>
            <a:ext cx="521970" cy="2286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连接符 152"/>
          <p:cNvCxnSpPr>
            <a:stCxn id="119" idx="4"/>
            <a:endCxn id="122" idx="0"/>
          </p:cNvCxnSpPr>
          <p:nvPr>
            <p:custDataLst>
              <p:tags r:id="rId85"/>
            </p:custDataLst>
          </p:nvPr>
        </p:nvCxnSpPr>
        <p:spPr>
          <a:xfrm>
            <a:off x="7645400" y="5045075"/>
            <a:ext cx="7620" cy="22098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连接符 153"/>
          <p:cNvCxnSpPr>
            <a:stCxn id="120" idx="4"/>
            <a:endCxn id="122" idx="0"/>
          </p:cNvCxnSpPr>
          <p:nvPr>
            <p:custDataLst>
              <p:tags r:id="rId86"/>
            </p:custDataLst>
          </p:nvPr>
        </p:nvCxnSpPr>
        <p:spPr>
          <a:xfrm flipH="1">
            <a:off x="7653020" y="5041265"/>
            <a:ext cx="257175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>
            <p:custDataLst>
              <p:tags r:id="rId87"/>
            </p:custDataLst>
          </p:nvPr>
        </p:nvSpPr>
        <p:spPr>
          <a:xfrm>
            <a:off x="6358255" y="3509010"/>
            <a:ext cx="20567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PyTorchModelPredictorOp</a:t>
            </a:r>
            <a:endParaRPr lang="en-US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56" name="文本框 155"/>
          <p:cNvSpPr txBox="1"/>
          <p:nvPr>
            <p:custDataLst>
              <p:tags r:id="rId88"/>
            </p:custDataLst>
          </p:nvPr>
        </p:nvSpPr>
        <p:spPr>
          <a:xfrm>
            <a:off x="1722120" y="4514215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user model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64840" y="2104390"/>
            <a:ext cx="1139825" cy="3467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7054215" y="2104390"/>
            <a:ext cx="814070" cy="3467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47695" y="2143125"/>
            <a:ext cx="1221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用户信息</a:t>
            </a:r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qinfo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712720" y="2661285"/>
            <a:ext cx="1702435" cy="3467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ln>
                <a:solidFill>
                  <a:schemeClr val="bg2">
                    <a:lumMod val="85000"/>
                  </a:schemeClr>
                </a:solidFill>
              </a:ln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676525" y="2703195"/>
            <a:ext cx="17862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待打分商品列表</a:t>
            </a:r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item list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17715" y="2143125"/>
            <a:ext cx="7023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</a:rPr>
              <a:t>内容表</a:t>
            </a:r>
            <a:endParaRPr lang="zh-CN" altLang="en-US" sz="12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722120" y="2356485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feature layer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2676525" y="3695065"/>
            <a:ext cx="3506470" cy="2296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2896235" y="4274820"/>
            <a:ext cx="4730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tile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7"/>
            </p:custDataLst>
          </p:nvPr>
        </p:nvSpPr>
        <p:spPr>
          <a:xfrm>
            <a:off x="3311525" y="5521325"/>
            <a:ext cx="3892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LN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3629660" y="3737610"/>
            <a:ext cx="636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split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9"/>
            </p:custDataLst>
          </p:nvPr>
        </p:nvSpPr>
        <p:spPr>
          <a:xfrm>
            <a:off x="3572510" y="4312920"/>
            <a:ext cx="813435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matmul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427220" y="4255770"/>
            <a:ext cx="85407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weightOp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2844800" y="3724275"/>
            <a:ext cx="4667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cast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2983230" y="5018405"/>
            <a:ext cx="491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add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3741420" y="5634355"/>
            <a:ext cx="763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concat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4900295" y="5419090"/>
            <a:ext cx="813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BN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5476875" y="5454650"/>
            <a:ext cx="813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ReLU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2844800" y="4201795"/>
            <a:ext cx="467360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>
            <p:custDataLst>
              <p:tags r:id="rId16"/>
            </p:custDataLst>
          </p:nvPr>
        </p:nvSpPr>
        <p:spPr>
          <a:xfrm>
            <a:off x="3590290" y="4201795"/>
            <a:ext cx="63690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>
            <p:custDataLst>
              <p:tags r:id="rId17"/>
            </p:custDataLst>
          </p:nvPr>
        </p:nvSpPr>
        <p:spPr>
          <a:xfrm>
            <a:off x="2908935" y="4938395"/>
            <a:ext cx="63690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>
            <p:custDataLst>
              <p:tags r:id="rId18"/>
            </p:custDataLst>
          </p:nvPr>
        </p:nvSpPr>
        <p:spPr>
          <a:xfrm>
            <a:off x="4467860" y="4175760"/>
            <a:ext cx="81343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19"/>
            </p:custDataLst>
          </p:nvPr>
        </p:nvSpPr>
        <p:spPr>
          <a:xfrm>
            <a:off x="3700780" y="4907280"/>
            <a:ext cx="85407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weightOp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43" name="椭圆 42"/>
          <p:cNvSpPr/>
          <p:nvPr>
            <p:custDataLst>
              <p:tags r:id="rId20"/>
            </p:custDataLst>
          </p:nvPr>
        </p:nvSpPr>
        <p:spPr>
          <a:xfrm>
            <a:off x="3741420" y="4827270"/>
            <a:ext cx="813435" cy="4572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>
            <p:custDataLst>
              <p:tags r:id="rId21"/>
            </p:custDataLst>
          </p:nvPr>
        </p:nvSpPr>
        <p:spPr>
          <a:xfrm>
            <a:off x="3545840" y="3724275"/>
            <a:ext cx="636905" cy="3079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>
            <p:custDataLst>
              <p:tags r:id="rId22"/>
            </p:custDataLst>
          </p:nvPr>
        </p:nvSpPr>
        <p:spPr>
          <a:xfrm>
            <a:off x="2732405" y="3725545"/>
            <a:ext cx="636905" cy="34671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>
            <p:custDataLst>
              <p:tags r:id="rId23"/>
            </p:custDataLst>
          </p:nvPr>
        </p:nvSpPr>
        <p:spPr>
          <a:xfrm>
            <a:off x="3206750" y="5521325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>
            <p:custDataLst>
              <p:tags r:id="rId24"/>
            </p:custDataLst>
          </p:nvPr>
        </p:nvSpPr>
        <p:spPr>
          <a:xfrm>
            <a:off x="3785870" y="5585460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>
            <p:custDataLst>
              <p:tags r:id="rId25"/>
            </p:custDataLst>
          </p:nvPr>
        </p:nvSpPr>
        <p:spPr>
          <a:xfrm>
            <a:off x="4791710" y="5374005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>
            <p:custDataLst>
              <p:tags r:id="rId26"/>
            </p:custDataLst>
          </p:nvPr>
        </p:nvSpPr>
        <p:spPr>
          <a:xfrm>
            <a:off x="5476875" y="5407025"/>
            <a:ext cx="531495" cy="3460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直接箭头连接符 49"/>
          <p:cNvCxnSpPr>
            <a:stCxn id="45" idx="4"/>
            <a:endCxn id="39" idx="0"/>
          </p:cNvCxnSpPr>
          <p:nvPr/>
        </p:nvCxnSpPr>
        <p:spPr>
          <a:xfrm>
            <a:off x="3051175" y="4072255"/>
            <a:ext cx="857885" cy="129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4" idx="4"/>
          </p:cNvCxnSpPr>
          <p:nvPr/>
        </p:nvCxnSpPr>
        <p:spPr>
          <a:xfrm>
            <a:off x="3864610" y="4032250"/>
            <a:ext cx="0" cy="16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1" idx="2"/>
            <a:endCxn id="39" idx="6"/>
          </p:cNvCxnSpPr>
          <p:nvPr>
            <p:custDataLst>
              <p:tags r:id="rId27"/>
            </p:custDataLst>
          </p:nvPr>
        </p:nvCxnSpPr>
        <p:spPr>
          <a:xfrm flipH="1">
            <a:off x="4227195" y="4404360"/>
            <a:ext cx="240665" cy="260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8" idx="4"/>
            <a:endCxn id="40" idx="0"/>
          </p:cNvCxnSpPr>
          <p:nvPr>
            <p:custDataLst>
              <p:tags r:id="rId28"/>
            </p:custDataLst>
          </p:nvPr>
        </p:nvCxnSpPr>
        <p:spPr>
          <a:xfrm>
            <a:off x="3078480" y="4658995"/>
            <a:ext cx="149225" cy="27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3" idx="2"/>
            <a:endCxn id="40" idx="6"/>
          </p:cNvCxnSpPr>
          <p:nvPr>
            <p:custDataLst>
              <p:tags r:id="rId29"/>
            </p:custDataLst>
          </p:nvPr>
        </p:nvCxnSpPr>
        <p:spPr>
          <a:xfrm flipH="1">
            <a:off x="3545840" y="5055870"/>
            <a:ext cx="195580" cy="111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曲线连接符 54"/>
          <p:cNvCxnSpPr>
            <a:endCxn id="48" idx="1"/>
          </p:cNvCxnSpPr>
          <p:nvPr/>
        </p:nvCxnSpPr>
        <p:spPr>
          <a:xfrm>
            <a:off x="3909060" y="4658995"/>
            <a:ext cx="960755" cy="76581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曲线连接符 55"/>
          <p:cNvCxnSpPr>
            <a:stCxn id="40" idx="4"/>
            <a:endCxn id="46" idx="0"/>
          </p:cNvCxnSpPr>
          <p:nvPr>
            <p:custDataLst>
              <p:tags r:id="rId30"/>
            </p:custDataLst>
          </p:nvPr>
        </p:nvCxnSpPr>
        <p:spPr>
          <a:xfrm rot="5400000" flipV="1">
            <a:off x="3287395" y="5335905"/>
            <a:ext cx="125730" cy="24511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曲线连接符 56"/>
          <p:cNvCxnSpPr>
            <a:stCxn id="43" idx="4"/>
            <a:endCxn id="47" idx="0"/>
          </p:cNvCxnSpPr>
          <p:nvPr>
            <p:custDataLst>
              <p:tags r:id="rId31"/>
            </p:custDataLst>
          </p:nvPr>
        </p:nvCxnSpPr>
        <p:spPr>
          <a:xfrm rot="5400000">
            <a:off x="3949700" y="5386705"/>
            <a:ext cx="300990" cy="9652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曲线连接符 57"/>
          <p:cNvCxnSpPr>
            <a:stCxn id="49" idx="4"/>
            <a:endCxn id="47" idx="6"/>
          </p:cNvCxnSpPr>
          <p:nvPr>
            <p:custDataLst>
              <p:tags r:id="rId32"/>
            </p:custDataLst>
          </p:nvPr>
        </p:nvCxnSpPr>
        <p:spPr>
          <a:xfrm rot="5400000">
            <a:off x="5027295" y="5042535"/>
            <a:ext cx="5715" cy="142557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33"/>
            </p:custDataLst>
          </p:nvPr>
        </p:nvSpPr>
        <p:spPr>
          <a:xfrm>
            <a:off x="4980305" y="3796665"/>
            <a:ext cx="1107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TF static graph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0" name="矩形 59"/>
          <p:cNvSpPr/>
          <p:nvPr>
            <p:custDataLst>
              <p:tags r:id="rId34"/>
            </p:custDataLst>
          </p:nvPr>
        </p:nvSpPr>
        <p:spPr>
          <a:xfrm>
            <a:off x="6290310" y="3695065"/>
            <a:ext cx="2402205" cy="229616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>
            <p:custDataLst>
              <p:tags r:id="rId35"/>
            </p:custDataLst>
          </p:nvPr>
        </p:nvSpPr>
        <p:spPr>
          <a:xfrm>
            <a:off x="6706870" y="4059555"/>
            <a:ext cx="1473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libtorch</a:t>
            </a:r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运行</a:t>
            </a:r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环境</a:t>
            </a:r>
            <a:endParaRPr lang="zh-CN" altLang="en-US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706870" y="4303395"/>
            <a:ext cx="1560195" cy="138303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>
            <p:custDataLst>
              <p:tags r:id="rId36"/>
            </p:custDataLst>
          </p:nvPr>
        </p:nvSpPr>
        <p:spPr>
          <a:xfrm>
            <a:off x="6783705" y="4335145"/>
            <a:ext cx="14833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aot compile</a:t>
            </a:r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动态库</a:t>
            </a:r>
            <a:endParaRPr lang="zh-CN" altLang="en-US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10" name="矩形 109"/>
          <p:cNvSpPr/>
          <p:nvPr>
            <p:custDataLst>
              <p:tags r:id="rId37"/>
            </p:custDataLst>
          </p:nvPr>
        </p:nvSpPr>
        <p:spPr>
          <a:xfrm>
            <a:off x="6586855" y="4058920"/>
            <a:ext cx="1786255" cy="1758315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椭圆 110"/>
          <p:cNvSpPr/>
          <p:nvPr>
            <p:custDataLst>
              <p:tags r:id="rId38"/>
            </p:custDataLst>
          </p:nvPr>
        </p:nvSpPr>
        <p:spPr>
          <a:xfrm>
            <a:off x="6783705" y="46053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椭圆 111"/>
          <p:cNvSpPr/>
          <p:nvPr>
            <p:custDataLst>
              <p:tags r:id="rId39"/>
            </p:custDataLst>
          </p:nvPr>
        </p:nvSpPr>
        <p:spPr>
          <a:xfrm>
            <a:off x="7041175" y="46053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椭圆 112"/>
          <p:cNvSpPr/>
          <p:nvPr>
            <p:custDataLst>
              <p:tags r:id="rId40"/>
            </p:custDataLst>
          </p:nvPr>
        </p:nvSpPr>
        <p:spPr>
          <a:xfrm>
            <a:off x="7298350" y="46053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椭圆 113"/>
          <p:cNvSpPr/>
          <p:nvPr>
            <p:custDataLst>
              <p:tags r:id="rId41"/>
            </p:custDataLst>
          </p:nvPr>
        </p:nvSpPr>
        <p:spPr>
          <a:xfrm>
            <a:off x="7555525" y="46053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椭圆 114"/>
          <p:cNvSpPr/>
          <p:nvPr>
            <p:custDataLst>
              <p:tags r:id="rId42"/>
            </p:custDataLst>
          </p:nvPr>
        </p:nvSpPr>
        <p:spPr>
          <a:xfrm>
            <a:off x="7812700" y="460533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椭圆 115"/>
          <p:cNvSpPr/>
          <p:nvPr>
            <p:custDataLst>
              <p:tags r:id="rId43"/>
            </p:custDataLst>
          </p:nvPr>
        </p:nvSpPr>
        <p:spPr>
          <a:xfrm>
            <a:off x="8077495" y="4601528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椭圆 116"/>
          <p:cNvSpPr/>
          <p:nvPr>
            <p:custDataLst>
              <p:tags r:id="rId44"/>
            </p:custDataLst>
          </p:nvPr>
        </p:nvSpPr>
        <p:spPr>
          <a:xfrm>
            <a:off x="7041175" y="509365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椭圆 117"/>
          <p:cNvSpPr/>
          <p:nvPr>
            <p:custDataLst>
              <p:tags r:id="rId45"/>
            </p:custDataLst>
          </p:nvPr>
        </p:nvSpPr>
        <p:spPr>
          <a:xfrm>
            <a:off x="7298350" y="509365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椭圆 118"/>
          <p:cNvSpPr/>
          <p:nvPr>
            <p:custDataLst>
              <p:tags r:id="rId46"/>
            </p:custDataLst>
          </p:nvPr>
        </p:nvSpPr>
        <p:spPr>
          <a:xfrm>
            <a:off x="7555525" y="509365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椭圆 119"/>
          <p:cNvSpPr/>
          <p:nvPr>
            <p:custDataLst>
              <p:tags r:id="rId47"/>
            </p:custDataLst>
          </p:nvPr>
        </p:nvSpPr>
        <p:spPr>
          <a:xfrm>
            <a:off x="7820320" y="5089843"/>
            <a:ext cx="179705" cy="18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椭圆 120"/>
          <p:cNvSpPr/>
          <p:nvPr>
            <p:custDataLst>
              <p:tags r:id="rId48"/>
            </p:custDataLst>
          </p:nvPr>
        </p:nvSpPr>
        <p:spPr>
          <a:xfrm>
            <a:off x="7298350" y="5498148"/>
            <a:ext cx="179705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椭圆 121"/>
          <p:cNvSpPr/>
          <p:nvPr>
            <p:custDataLst>
              <p:tags r:id="rId49"/>
            </p:custDataLst>
          </p:nvPr>
        </p:nvSpPr>
        <p:spPr>
          <a:xfrm>
            <a:off x="7563145" y="5494338"/>
            <a:ext cx="179705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3" name="直接连接符 122"/>
          <p:cNvCxnSpPr>
            <a:stCxn id="111" idx="4"/>
            <a:endCxn id="117" idx="0"/>
          </p:cNvCxnSpPr>
          <p:nvPr>
            <p:custDataLst>
              <p:tags r:id="rId50"/>
            </p:custDataLst>
          </p:nvPr>
        </p:nvCxnSpPr>
        <p:spPr>
          <a:xfrm>
            <a:off x="6873875" y="47853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11" idx="4"/>
            <a:endCxn id="118" idx="0"/>
          </p:cNvCxnSpPr>
          <p:nvPr>
            <p:custDataLst>
              <p:tags r:id="rId51"/>
            </p:custDataLst>
          </p:nvPr>
        </p:nvCxnSpPr>
        <p:spPr>
          <a:xfrm>
            <a:off x="6873875" y="47853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连接符 124"/>
          <p:cNvCxnSpPr>
            <a:stCxn id="111" idx="4"/>
            <a:endCxn id="119" idx="0"/>
          </p:cNvCxnSpPr>
          <p:nvPr>
            <p:custDataLst>
              <p:tags r:id="rId52"/>
            </p:custDataLst>
          </p:nvPr>
        </p:nvCxnSpPr>
        <p:spPr>
          <a:xfrm>
            <a:off x="6873875" y="4785360"/>
            <a:ext cx="77152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11" idx="4"/>
            <a:endCxn id="120" idx="0"/>
          </p:cNvCxnSpPr>
          <p:nvPr>
            <p:custDataLst>
              <p:tags r:id="rId53"/>
            </p:custDataLst>
          </p:nvPr>
        </p:nvCxnSpPr>
        <p:spPr>
          <a:xfrm>
            <a:off x="6873875" y="4785360"/>
            <a:ext cx="1036320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112" idx="4"/>
            <a:endCxn id="117" idx="0"/>
          </p:cNvCxnSpPr>
          <p:nvPr>
            <p:custDataLst>
              <p:tags r:id="rId54"/>
            </p:custDataLst>
          </p:nvPr>
        </p:nvCxnSpPr>
        <p:spPr>
          <a:xfrm>
            <a:off x="7131050" y="4785360"/>
            <a:ext cx="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连接符 127"/>
          <p:cNvCxnSpPr>
            <a:stCxn id="112" idx="4"/>
            <a:endCxn id="118" idx="0"/>
          </p:cNvCxnSpPr>
          <p:nvPr>
            <p:custDataLst>
              <p:tags r:id="rId55"/>
            </p:custDataLst>
          </p:nvPr>
        </p:nvCxnSpPr>
        <p:spPr>
          <a:xfrm>
            <a:off x="7131050" y="47853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112" idx="4"/>
            <a:endCxn id="119" idx="0"/>
          </p:cNvCxnSpPr>
          <p:nvPr>
            <p:custDataLst>
              <p:tags r:id="rId56"/>
            </p:custDataLst>
          </p:nvPr>
        </p:nvCxnSpPr>
        <p:spPr>
          <a:xfrm>
            <a:off x="7131050" y="47853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直接连接符 129"/>
          <p:cNvCxnSpPr>
            <a:stCxn id="112" idx="4"/>
            <a:endCxn id="120" idx="0"/>
          </p:cNvCxnSpPr>
          <p:nvPr>
            <p:custDataLst>
              <p:tags r:id="rId57"/>
            </p:custDataLst>
          </p:nvPr>
        </p:nvCxnSpPr>
        <p:spPr>
          <a:xfrm>
            <a:off x="7131050" y="4785360"/>
            <a:ext cx="779145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连接符 130"/>
          <p:cNvCxnSpPr>
            <a:stCxn id="113" idx="4"/>
            <a:endCxn id="117" idx="0"/>
          </p:cNvCxnSpPr>
          <p:nvPr>
            <p:custDataLst>
              <p:tags r:id="rId58"/>
            </p:custDataLst>
          </p:nvPr>
        </p:nvCxnSpPr>
        <p:spPr>
          <a:xfrm flipH="1">
            <a:off x="7258050" y="49123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连接符 131"/>
          <p:cNvCxnSpPr>
            <a:stCxn id="113" idx="4"/>
            <a:endCxn id="118" idx="0"/>
          </p:cNvCxnSpPr>
          <p:nvPr>
            <p:custDataLst>
              <p:tags r:id="rId59"/>
            </p:custDataLst>
          </p:nvPr>
        </p:nvCxnSpPr>
        <p:spPr>
          <a:xfrm>
            <a:off x="7388225" y="4785360"/>
            <a:ext cx="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连接符 132"/>
          <p:cNvCxnSpPr>
            <a:stCxn id="113" idx="4"/>
            <a:endCxn id="119" idx="0"/>
          </p:cNvCxnSpPr>
          <p:nvPr>
            <p:custDataLst>
              <p:tags r:id="rId60"/>
            </p:custDataLst>
          </p:nvPr>
        </p:nvCxnSpPr>
        <p:spPr>
          <a:xfrm>
            <a:off x="7388225" y="47853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连接符 133"/>
          <p:cNvCxnSpPr>
            <a:stCxn id="113" idx="4"/>
            <a:endCxn id="120" idx="0"/>
          </p:cNvCxnSpPr>
          <p:nvPr>
            <p:custDataLst>
              <p:tags r:id="rId61"/>
            </p:custDataLst>
          </p:nvPr>
        </p:nvCxnSpPr>
        <p:spPr>
          <a:xfrm>
            <a:off x="7388225" y="4785360"/>
            <a:ext cx="521970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stCxn id="114" idx="4"/>
            <a:endCxn id="117" idx="0"/>
          </p:cNvCxnSpPr>
          <p:nvPr>
            <p:custDataLst>
              <p:tags r:id="rId62"/>
            </p:custDataLst>
          </p:nvPr>
        </p:nvCxnSpPr>
        <p:spPr>
          <a:xfrm flipH="1">
            <a:off x="7258050" y="49123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14" idx="4"/>
            <a:endCxn id="118" idx="0"/>
          </p:cNvCxnSpPr>
          <p:nvPr>
            <p:custDataLst>
              <p:tags r:id="rId63"/>
            </p:custDataLst>
          </p:nvPr>
        </p:nvCxnSpPr>
        <p:spPr>
          <a:xfrm flipH="1">
            <a:off x="7515225" y="49123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stCxn id="114" idx="4"/>
            <a:endCxn id="119" idx="0"/>
          </p:cNvCxnSpPr>
          <p:nvPr>
            <p:custDataLst>
              <p:tags r:id="rId64"/>
            </p:custDataLst>
          </p:nvPr>
        </p:nvCxnSpPr>
        <p:spPr>
          <a:xfrm>
            <a:off x="7645400" y="4785360"/>
            <a:ext cx="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stCxn id="114" idx="4"/>
            <a:endCxn id="120" idx="0"/>
          </p:cNvCxnSpPr>
          <p:nvPr>
            <p:custDataLst>
              <p:tags r:id="rId65"/>
            </p:custDataLst>
          </p:nvPr>
        </p:nvCxnSpPr>
        <p:spPr>
          <a:xfrm>
            <a:off x="7645400" y="4785360"/>
            <a:ext cx="264795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stCxn id="115" idx="4"/>
            <a:endCxn id="117" idx="0"/>
          </p:cNvCxnSpPr>
          <p:nvPr>
            <p:custDataLst>
              <p:tags r:id="rId66"/>
            </p:custDataLst>
          </p:nvPr>
        </p:nvCxnSpPr>
        <p:spPr>
          <a:xfrm flipH="1">
            <a:off x="7131050" y="4785360"/>
            <a:ext cx="77152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stCxn id="115" idx="4"/>
            <a:endCxn id="118" idx="0"/>
          </p:cNvCxnSpPr>
          <p:nvPr>
            <p:custDataLst>
              <p:tags r:id="rId67"/>
            </p:custDataLst>
          </p:nvPr>
        </p:nvCxnSpPr>
        <p:spPr>
          <a:xfrm flipH="1">
            <a:off x="7388225" y="4785360"/>
            <a:ext cx="514350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直接连接符 140"/>
          <p:cNvCxnSpPr>
            <a:stCxn id="115" idx="4"/>
            <a:endCxn id="119" idx="0"/>
          </p:cNvCxnSpPr>
          <p:nvPr>
            <p:custDataLst>
              <p:tags r:id="rId68"/>
            </p:custDataLst>
          </p:nvPr>
        </p:nvCxnSpPr>
        <p:spPr>
          <a:xfrm flipH="1">
            <a:off x="7645400" y="478536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连接符 141"/>
          <p:cNvCxnSpPr>
            <a:stCxn id="115" idx="4"/>
            <a:endCxn id="120" idx="0"/>
          </p:cNvCxnSpPr>
          <p:nvPr>
            <p:custDataLst>
              <p:tags r:id="rId69"/>
            </p:custDataLst>
          </p:nvPr>
        </p:nvCxnSpPr>
        <p:spPr>
          <a:xfrm>
            <a:off x="7902575" y="4785360"/>
            <a:ext cx="7620" cy="3048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>
            <a:stCxn id="116" idx="4"/>
            <a:endCxn id="117" idx="0"/>
          </p:cNvCxnSpPr>
          <p:nvPr>
            <p:custDataLst>
              <p:tags r:id="rId70"/>
            </p:custDataLst>
          </p:nvPr>
        </p:nvCxnSpPr>
        <p:spPr>
          <a:xfrm flipH="1">
            <a:off x="7131050" y="4781550"/>
            <a:ext cx="1036320" cy="31242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连接符 143"/>
          <p:cNvCxnSpPr>
            <a:stCxn id="116" idx="4"/>
            <a:endCxn id="118" idx="0"/>
          </p:cNvCxnSpPr>
          <p:nvPr>
            <p:custDataLst>
              <p:tags r:id="rId71"/>
            </p:custDataLst>
          </p:nvPr>
        </p:nvCxnSpPr>
        <p:spPr>
          <a:xfrm flipH="1">
            <a:off x="7388225" y="4781550"/>
            <a:ext cx="779145" cy="31242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连接符 144"/>
          <p:cNvCxnSpPr>
            <a:stCxn id="116" idx="4"/>
            <a:endCxn id="119" idx="0"/>
          </p:cNvCxnSpPr>
          <p:nvPr>
            <p:custDataLst>
              <p:tags r:id="rId72"/>
            </p:custDataLst>
          </p:nvPr>
        </p:nvCxnSpPr>
        <p:spPr>
          <a:xfrm flipH="1">
            <a:off x="7645400" y="4781550"/>
            <a:ext cx="521970" cy="31242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stCxn id="116" idx="4"/>
            <a:endCxn id="120" idx="0"/>
          </p:cNvCxnSpPr>
          <p:nvPr>
            <p:custDataLst>
              <p:tags r:id="rId73"/>
            </p:custDataLst>
          </p:nvPr>
        </p:nvCxnSpPr>
        <p:spPr>
          <a:xfrm flipH="1">
            <a:off x="7910195" y="4781550"/>
            <a:ext cx="257175" cy="30861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连接符 146"/>
          <p:cNvCxnSpPr>
            <a:stCxn id="117" idx="4"/>
            <a:endCxn id="121" idx="0"/>
          </p:cNvCxnSpPr>
          <p:nvPr>
            <p:custDataLst>
              <p:tags r:id="rId74"/>
            </p:custDataLst>
          </p:nvPr>
        </p:nvCxnSpPr>
        <p:spPr>
          <a:xfrm>
            <a:off x="7131050" y="5273675"/>
            <a:ext cx="257175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连接符 147"/>
          <p:cNvCxnSpPr>
            <a:stCxn id="117" idx="4"/>
            <a:endCxn id="122" idx="0"/>
          </p:cNvCxnSpPr>
          <p:nvPr>
            <p:custDataLst>
              <p:tags r:id="rId75"/>
            </p:custDataLst>
          </p:nvPr>
        </p:nvCxnSpPr>
        <p:spPr>
          <a:xfrm>
            <a:off x="7131050" y="5273675"/>
            <a:ext cx="521970" cy="22098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连接符 148"/>
          <p:cNvCxnSpPr>
            <a:stCxn id="118" idx="4"/>
            <a:endCxn id="121" idx="0"/>
          </p:cNvCxnSpPr>
          <p:nvPr>
            <p:custDataLst>
              <p:tags r:id="rId76"/>
            </p:custDataLst>
          </p:nvPr>
        </p:nvCxnSpPr>
        <p:spPr>
          <a:xfrm>
            <a:off x="7388225" y="5273675"/>
            <a:ext cx="0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连接符 149"/>
          <p:cNvCxnSpPr>
            <a:stCxn id="118" idx="4"/>
            <a:endCxn id="122" idx="0"/>
          </p:cNvCxnSpPr>
          <p:nvPr>
            <p:custDataLst>
              <p:tags r:id="rId77"/>
            </p:custDataLst>
          </p:nvPr>
        </p:nvCxnSpPr>
        <p:spPr>
          <a:xfrm>
            <a:off x="7388225" y="5273675"/>
            <a:ext cx="264795" cy="22098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连接符 150"/>
          <p:cNvCxnSpPr>
            <a:stCxn id="121" idx="0"/>
            <a:endCxn id="119" idx="4"/>
          </p:cNvCxnSpPr>
          <p:nvPr>
            <p:custDataLst>
              <p:tags r:id="rId78"/>
            </p:custDataLst>
          </p:nvPr>
        </p:nvCxnSpPr>
        <p:spPr>
          <a:xfrm flipV="1">
            <a:off x="7388225" y="5273675"/>
            <a:ext cx="257175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连接符 151"/>
          <p:cNvCxnSpPr>
            <a:stCxn id="121" idx="0"/>
            <a:endCxn id="120" idx="4"/>
          </p:cNvCxnSpPr>
          <p:nvPr>
            <p:custDataLst>
              <p:tags r:id="rId79"/>
            </p:custDataLst>
          </p:nvPr>
        </p:nvCxnSpPr>
        <p:spPr>
          <a:xfrm flipV="1">
            <a:off x="7388225" y="5269865"/>
            <a:ext cx="521970" cy="22860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连接符 152"/>
          <p:cNvCxnSpPr>
            <a:stCxn id="119" idx="4"/>
            <a:endCxn id="122" idx="0"/>
          </p:cNvCxnSpPr>
          <p:nvPr>
            <p:custDataLst>
              <p:tags r:id="rId80"/>
            </p:custDataLst>
          </p:nvPr>
        </p:nvCxnSpPr>
        <p:spPr>
          <a:xfrm>
            <a:off x="7645400" y="5273675"/>
            <a:ext cx="7620" cy="22098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连接符 153"/>
          <p:cNvCxnSpPr>
            <a:stCxn id="120" idx="4"/>
            <a:endCxn id="122" idx="0"/>
          </p:cNvCxnSpPr>
          <p:nvPr>
            <p:custDataLst>
              <p:tags r:id="rId81"/>
            </p:custDataLst>
          </p:nvPr>
        </p:nvCxnSpPr>
        <p:spPr>
          <a:xfrm flipH="1">
            <a:off x="7653020" y="5269865"/>
            <a:ext cx="257175" cy="22479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>
            <p:custDataLst>
              <p:tags r:id="rId82"/>
            </p:custDataLst>
          </p:nvPr>
        </p:nvSpPr>
        <p:spPr>
          <a:xfrm>
            <a:off x="6358255" y="3737610"/>
            <a:ext cx="20567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PyTorchModelPredictorOp</a:t>
            </a:r>
            <a:endParaRPr lang="en-US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56" name="文本框 155"/>
          <p:cNvSpPr txBox="1"/>
          <p:nvPr>
            <p:custDataLst>
              <p:tags r:id="rId83"/>
            </p:custDataLst>
          </p:nvPr>
        </p:nvSpPr>
        <p:spPr>
          <a:xfrm>
            <a:off x="1722120" y="4514215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user model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" name="矩形 1"/>
          <p:cNvSpPr/>
          <p:nvPr>
            <p:custDataLst>
              <p:tags r:id="rId84"/>
            </p:custDataLst>
          </p:nvPr>
        </p:nvSpPr>
        <p:spPr>
          <a:xfrm>
            <a:off x="5072380" y="2104390"/>
            <a:ext cx="1139825" cy="3467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85"/>
            </p:custDataLst>
          </p:nvPr>
        </p:nvSpPr>
        <p:spPr>
          <a:xfrm>
            <a:off x="5104130" y="2143125"/>
            <a:ext cx="11080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FeatureProcess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86"/>
            </p:custDataLst>
          </p:nvPr>
        </p:nvSpPr>
        <p:spPr>
          <a:xfrm>
            <a:off x="5072380" y="2632075"/>
            <a:ext cx="1217930" cy="3467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87"/>
            </p:custDataLst>
          </p:nvPr>
        </p:nvSpPr>
        <p:spPr>
          <a:xfrm>
            <a:off x="4992370" y="2661285"/>
            <a:ext cx="1426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EmbeddingLookUp</a:t>
            </a:r>
            <a:endParaRPr lang="en-US" altLang="zh-CN" sz="12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88"/>
            </p:custDataLst>
          </p:nvPr>
        </p:nvSpPr>
        <p:spPr>
          <a:xfrm>
            <a:off x="7178040" y="2633345"/>
            <a:ext cx="1036955" cy="3467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89"/>
            </p:custDataLst>
          </p:nvPr>
        </p:nvSpPr>
        <p:spPr>
          <a:xfrm>
            <a:off x="7210425" y="2679700"/>
            <a:ext cx="10363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华文仿宋" panose="02010600040101010101" charset="-122"/>
                <a:ea typeface="华文仿宋" panose="02010600040101010101" charset="-122"/>
              </a:rPr>
              <a:t>embedding</a:t>
            </a:r>
            <a:r>
              <a:rPr lang="zh-CN" altLang="en-US" sz="1200">
                <a:latin typeface="华文仿宋" panose="02010600040101010101" charset="-122"/>
                <a:ea typeface="华文仿宋" panose="02010600040101010101" charset="-122"/>
              </a:rPr>
              <a:t>表</a:t>
            </a:r>
            <a:endParaRPr lang="zh-CN" altLang="en-US" sz="12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90"/>
            </p:custDataLst>
          </p:nvPr>
        </p:nvSpPr>
        <p:spPr>
          <a:xfrm>
            <a:off x="2668270" y="1847850"/>
            <a:ext cx="6024245" cy="1469390"/>
          </a:xfrm>
          <a:prstGeom prst="rect">
            <a:avLst/>
          </a:prstGeom>
          <a:ln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肘形连接符 26"/>
          <p:cNvCxnSpPr>
            <a:stCxn id="9" idx="3"/>
            <a:endCxn id="5" idx="1"/>
          </p:cNvCxnSpPr>
          <p:nvPr/>
        </p:nvCxnSpPr>
        <p:spPr>
          <a:xfrm flipV="1">
            <a:off x="4462780" y="2280920"/>
            <a:ext cx="641350" cy="56007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7" idx="3"/>
          </p:cNvCxnSpPr>
          <p:nvPr/>
        </p:nvCxnSpPr>
        <p:spPr>
          <a:xfrm>
            <a:off x="4368800" y="2280920"/>
            <a:ext cx="44005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" idx="3"/>
          </p:cNvCxnSpPr>
          <p:nvPr/>
        </p:nvCxnSpPr>
        <p:spPr>
          <a:xfrm flipH="1">
            <a:off x="6212205" y="2280920"/>
            <a:ext cx="834390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91"/>
            </p:custDataLst>
          </p:nvPr>
        </p:nvCxnSpPr>
        <p:spPr>
          <a:xfrm flipH="1" flipV="1">
            <a:off x="6296025" y="2812415"/>
            <a:ext cx="900000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肘形连接符 63"/>
          <p:cNvCxnSpPr>
            <a:stCxn id="23" idx="2"/>
            <a:endCxn id="20" idx="0"/>
          </p:cNvCxnSpPr>
          <p:nvPr/>
        </p:nvCxnSpPr>
        <p:spPr>
          <a:xfrm rot="5400000">
            <a:off x="4866640" y="2880360"/>
            <a:ext cx="377825" cy="1250950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23" idx="2"/>
            <a:endCxn id="60" idx="0"/>
          </p:cNvCxnSpPr>
          <p:nvPr>
            <p:custDataLst>
              <p:tags r:id="rId92"/>
            </p:custDataLst>
          </p:nvPr>
        </p:nvCxnSpPr>
        <p:spPr>
          <a:xfrm rot="5400000" flipV="1">
            <a:off x="6397625" y="2600325"/>
            <a:ext cx="377825" cy="1811020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2" idx="2"/>
            <a:endCxn id="19" idx="0"/>
          </p:cNvCxnSpPr>
          <p:nvPr>
            <p:custDataLst>
              <p:tags r:id="rId93"/>
            </p:custDataLst>
          </p:nvPr>
        </p:nvCxnSpPr>
        <p:spPr>
          <a:xfrm>
            <a:off x="5642815" y="2451100"/>
            <a:ext cx="0" cy="21018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37740" y="1718310"/>
            <a:ext cx="922655" cy="3390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</a:rPr>
              <a:t>8 bytes</a:t>
            </a:r>
            <a:endParaRPr lang="en-US" altLang="zh-CN" sz="1400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3287395" y="1718310"/>
            <a:ext cx="1168400" cy="3390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</a:rPr>
              <a:t>N bytes</a:t>
            </a:r>
            <a:endParaRPr lang="en-US" altLang="zh-CN" sz="1400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4582795" y="1718310"/>
            <a:ext cx="2057400" cy="339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左大括号 18"/>
          <p:cNvSpPr/>
          <p:nvPr/>
        </p:nvSpPr>
        <p:spPr>
          <a:xfrm rot="5400000">
            <a:off x="2640965" y="1151255"/>
            <a:ext cx="109220" cy="8039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2238375" y="1120775"/>
            <a:ext cx="1043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file header</a:t>
            </a:r>
            <a:endParaRPr lang="en-US" sz="1400" b="1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2" name="左大括号 21"/>
          <p:cNvSpPr/>
          <p:nvPr>
            <p:custDataLst>
              <p:tags r:id="rId4"/>
            </p:custDataLst>
          </p:nvPr>
        </p:nvSpPr>
        <p:spPr>
          <a:xfrm rot="5400000">
            <a:off x="3812540" y="1080770"/>
            <a:ext cx="109220" cy="981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3435985" y="1138555"/>
            <a:ext cx="1043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file meta</a:t>
            </a:r>
            <a:endParaRPr lang="en-US" sz="1400" b="1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4" name="左大括号 23"/>
          <p:cNvSpPr/>
          <p:nvPr>
            <p:custDataLst>
              <p:tags r:id="rId6"/>
            </p:custDataLst>
          </p:nvPr>
        </p:nvSpPr>
        <p:spPr>
          <a:xfrm rot="5400000">
            <a:off x="7239000" y="-1085215"/>
            <a:ext cx="116840" cy="53200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6804660" y="1138555"/>
            <a:ext cx="1043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file content</a:t>
            </a:r>
            <a:endParaRPr lang="en-US" sz="1400" b="1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6641465" y="1718310"/>
            <a:ext cx="1312545" cy="33909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charset="0"/>
                <a:ea typeface="黑体" charset="0"/>
              </a:rPr>
              <a:t>10010101001</a:t>
            </a:r>
            <a:endParaRPr lang="en-US" altLang="zh-CN" sz="1200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27" name="矩形 26"/>
          <p:cNvSpPr/>
          <p:nvPr>
            <p:custDataLst>
              <p:tags r:id="rId9"/>
            </p:custDataLst>
          </p:nvPr>
        </p:nvSpPr>
        <p:spPr>
          <a:xfrm>
            <a:off x="7955280" y="1718310"/>
            <a:ext cx="2006600" cy="339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>
            <p:custDataLst>
              <p:tags r:id="rId10"/>
            </p:custDataLst>
          </p:nvPr>
        </p:nvSpPr>
        <p:spPr>
          <a:xfrm>
            <a:off x="7034530" y="2794000"/>
            <a:ext cx="1710055" cy="33909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黑体" charset="0"/>
                <a:ea typeface="黑体" charset="0"/>
              </a:rPr>
              <a:t>offset:[BEGIN, END]</a:t>
            </a:r>
            <a:endParaRPr lang="en-US" altLang="zh-CN" sz="1200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cxnSp>
        <p:nvCxnSpPr>
          <p:cNvPr id="62" name="肘形连接符 61"/>
          <p:cNvCxnSpPr>
            <a:stCxn id="61" idx="0"/>
          </p:cNvCxnSpPr>
          <p:nvPr/>
        </p:nvCxnSpPr>
        <p:spPr>
          <a:xfrm rot="16200000" flipV="1">
            <a:off x="7000240" y="1905000"/>
            <a:ext cx="736600" cy="1042035"/>
          </a:xfrm>
          <a:prstGeom prst="bentConnector3">
            <a:avLst>
              <a:gd name="adj1" fmla="val 30387"/>
            </a:avLst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肘形连接符 66"/>
          <p:cNvCxnSpPr/>
          <p:nvPr>
            <p:custDataLst>
              <p:tags r:id="rId11"/>
            </p:custDataLst>
          </p:nvPr>
        </p:nvCxnSpPr>
        <p:spPr>
          <a:xfrm rot="16200000" flipV="1">
            <a:off x="7757795" y="2129155"/>
            <a:ext cx="737235" cy="593090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圆角矩形 67"/>
          <p:cNvSpPr/>
          <p:nvPr/>
        </p:nvSpPr>
        <p:spPr>
          <a:xfrm>
            <a:off x="1840230" y="2330450"/>
            <a:ext cx="1710690" cy="628650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uint64_t</a:t>
            </a: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数据类型</a:t>
            </a:r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:</a:t>
            </a:r>
            <a:br>
              <a:rPr lang="en-US" altLang="zh-CN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</a:b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表示</a:t>
            </a:r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file meta</a:t>
            </a: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长度</a:t>
            </a:r>
            <a:endParaRPr lang="zh-CN" altLang="en-US" sz="1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9" name="圆角矩形 68"/>
          <p:cNvSpPr/>
          <p:nvPr>
            <p:custDataLst>
              <p:tags r:id="rId12"/>
            </p:custDataLst>
          </p:nvPr>
        </p:nvSpPr>
        <p:spPr>
          <a:xfrm>
            <a:off x="2716530" y="3086735"/>
            <a:ext cx="2310765" cy="2402840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序列化</a:t>
            </a:r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json</a:t>
            </a: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数据</a:t>
            </a:r>
            <a:endParaRPr lang="zh-CN" altLang="en-US" sz="1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algn="l"/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{</a:t>
            </a:r>
            <a:endParaRPr lang="zh-CN" altLang="en-US" sz="1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"item_attr_1": {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    "dtype": "float32",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    "shape": [12800, 16],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    "offset": [BEGIN, END]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}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...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"item_attr_n": {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    "dtype": "float32",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    "shape": [6400, 128],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    "offset": [BEGIN, END]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    }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l"/>
            <a:r>
              <a:rPr lang="zh-CN" altLang="en-US" sz="1000">
                <a:latin typeface="黑体" charset="0"/>
                <a:ea typeface="黑体" charset="0"/>
                <a:cs typeface="华文仿宋" panose="02010600040101010101" charset="-122"/>
              </a:rPr>
              <a:t>}</a:t>
            </a:r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  <a:p>
            <a:pPr algn="ctr"/>
            <a:endParaRPr lang="zh-CN" altLang="en-US" sz="1000">
              <a:latin typeface="黑体" charset="0"/>
              <a:ea typeface="黑体" charset="0"/>
              <a:cs typeface="华文仿宋" panose="02010600040101010101" charset="-122"/>
            </a:endParaRPr>
          </a:p>
        </p:txBody>
      </p:sp>
      <p:cxnSp>
        <p:nvCxnSpPr>
          <p:cNvPr id="70" name="直接连接符 69"/>
          <p:cNvCxnSpPr>
            <a:stCxn id="68" idx="0"/>
            <a:endCxn id="2" idx="2"/>
          </p:cNvCxnSpPr>
          <p:nvPr/>
        </p:nvCxnSpPr>
        <p:spPr>
          <a:xfrm flipV="1">
            <a:off x="2695575" y="2057400"/>
            <a:ext cx="3810" cy="2730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69" idx="0"/>
            <a:endCxn id="5" idx="2"/>
          </p:cNvCxnSpPr>
          <p:nvPr>
            <p:custDataLst>
              <p:tags r:id="rId13"/>
            </p:custDataLst>
          </p:nvPr>
        </p:nvCxnSpPr>
        <p:spPr>
          <a:xfrm flipH="1" flipV="1">
            <a:off x="3871595" y="2057400"/>
            <a:ext cx="635" cy="102933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圆角矩形 71"/>
          <p:cNvSpPr/>
          <p:nvPr>
            <p:custDataLst>
              <p:tags r:id="rId14"/>
            </p:custDataLst>
          </p:nvPr>
        </p:nvSpPr>
        <p:spPr>
          <a:xfrm>
            <a:off x="5683250" y="3429000"/>
            <a:ext cx="1946910" cy="628650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tensor</a:t>
            </a: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二进制数据在</a:t>
            </a:r>
            <a:r>
              <a:rPr lang="en-US" altLang="zh-CN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file content</a:t>
            </a: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中连续</a:t>
            </a:r>
            <a:r>
              <a:rPr lang="zh-CN" altLang="en-US" sz="1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排布</a:t>
            </a:r>
            <a:endParaRPr lang="zh-CN" altLang="en-US" sz="1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cxnSp>
        <p:nvCxnSpPr>
          <p:cNvPr id="73" name="直接连接符 72"/>
          <p:cNvCxnSpPr/>
          <p:nvPr>
            <p:custDataLst>
              <p:tags r:id="rId15"/>
            </p:custDataLst>
          </p:nvPr>
        </p:nvCxnSpPr>
        <p:spPr>
          <a:xfrm flipV="1">
            <a:off x="6607175" y="1998980"/>
            <a:ext cx="3810" cy="143002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99110" y="197485"/>
          <a:ext cx="9490710" cy="5849620"/>
        </p:xfrm>
        <a:graphic>
          <a:graphicData uri="http://schemas.openxmlformats.org/drawingml/2006/table">
            <a:tbl>
              <a:tblPr/>
              <a:tblGrid>
                <a:gridCol w="3256915"/>
                <a:gridCol w="1440815"/>
                <a:gridCol w="824230"/>
                <a:gridCol w="848995"/>
                <a:gridCol w="1233805"/>
                <a:gridCol w="1885950"/>
              </a:tblGrid>
              <a:tr h="234000">
                <a:tc grid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BatchSize=16  </a:t>
                      </a: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宋体" pitchFamily="2" charset="-122"/>
                        </a:rPr>
                        <a:t>｜ 单位 ms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</a:tcPr>
                </a:tc>
                <a:tc hMerge="1">
                  <a:tcP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</a:tcPr>
                </a:tc>
                <a:tc hMerge="1">
                  <a:tcP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</a:tcPr>
                </a:tc>
                <a:tc hMerge="1">
                  <a:tcP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PyTorch Eager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Jit Trace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Jit Script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Aot Compile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备注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resnet18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2.268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1.379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1.416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0.562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torchvision.models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resnet50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5.387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3.110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3.201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0.936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vgg19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1.363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0.944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1.032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0.523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inception_v3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9.703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5.684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6.327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1.909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shufflenet_v2_x2_0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6.243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3.857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3.805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0.887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36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densenet121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13.809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trace失败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8.188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3.028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swin_base_patch4_window7_224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19.217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14.132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15.471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1.202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timm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vit_base_patch16_224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4.707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2.874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3.828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0.552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deit_base_patch16_224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4.676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2.833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3.790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0.547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cait_s24_224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19.288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14.426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15.362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1.849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  <a:lnB cap="flat">
                      <a:noFill/>
                    </a:lnB>
                  </a:tcPr>
                </a:tc>
              </a:tr>
              <a:tr h="234000">
                <a:tc gridSpan="6"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234000">
                <a:tc grid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BatchSize=64  </a:t>
                      </a: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宋体" pitchFamily="2" charset="-122"/>
                        </a:rPr>
                        <a:t>｜ 单位 ms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PyTorch Eager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Jit Trace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Jit Script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Aot Compile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备注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resnet18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2.348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1.453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1.509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0.613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torchvision.models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resnet50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5.611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3.291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3.394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0.978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vgg19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1.453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1.035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1.162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0.580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inception_v3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10.213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5.989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6.732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1.868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shufflenet_v2_x2_0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6.399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4.069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3.992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0.897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densenet121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13.732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trace失败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8.577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2.946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swin_base_patch4_window7_224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19.708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14.339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16.309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1.262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timm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vit_base_patch16_224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5.016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2.990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3.918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0.627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deit_base_patch16_224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4.892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2.945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3.886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0.600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</a:tcPr>
                </a:tc>
              </a:tr>
              <a:tr h="234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cait_s24_224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20.515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15.275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16.371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华文仿宋" panose="02010600040101010101" charset="-122"/>
                        </a:rPr>
                        <a:t>1.858 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R cap="flat">
                      <a:noFill/>
                    </a:lnR>
                    <a:lnB w="12700" cap="flat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392045" y="1450975"/>
          <a:ext cx="8740775" cy="1978025"/>
        </p:xfrm>
        <a:graphic>
          <a:graphicData uri="http://schemas.openxmlformats.org/drawingml/2006/table">
            <a:tbl>
              <a:tblPr/>
              <a:tblGrid>
                <a:gridCol w="2495550"/>
                <a:gridCol w="1420495"/>
                <a:gridCol w="1456690"/>
                <a:gridCol w="1163955"/>
                <a:gridCol w="1454785"/>
                <a:gridCol w="749300"/>
              </a:tblGrid>
              <a:tr h="5638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优化措施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日常水位端到端latency(取qps300左右)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极限</a:t>
                      </a:r>
                      <a:endParaRPr lang="zh-CN" sz="11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华文仿宋" panose="0201060004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QPS</a:t>
                      </a:r>
                      <a:endParaRPr 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极限</a:t>
                      </a:r>
                      <a:endParaRPr lang="zh-CN" sz="1100" b="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华文仿宋" panose="0201060004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GPU UTIL</a:t>
                      </a:r>
                      <a:endParaRPr 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PyTorchModelPredictorOp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耗时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备注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FP32 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基准性能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4.13ms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690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80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0.875ms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7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FP16推理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3.48ms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836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54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0.68ms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传输瓶颈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6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华文仿宋" panose="02010600040101010101" charset="-122"/>
                        </a:rPr>
                        <a:t>FP16 + 开启multi-stream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3.49ms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1330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70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华文仿宋" panose="02010600040101010101" charset="-122"/>
                        </a:rPr>
                        <a:t>0.7-0.9ms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华文仿宋" panose="02010600040101010101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TABLE_ENDDRAG_ORIGIN_RECT" val="747*508"/>
  <p:tag name="TABLE_ENDDRAG_RECT" val="195*105*747*508"/>
</p:tagLst>
</file>

<file path=ppt/tags/tag198.xml><?xml version="1.0" encoding="utf-8"?>
<p:tagLst xmlns:p="http://schemas.openxmlformats.org/presentationml/2006/main">
  <p:tag name="TABLE_ENDDRAG_ORIGIN_RECT" val="747*155"/>
  <p:tag name="TABLE_ENDDRAG_RECT" val="129*114*747*15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2345</Words>
  <Application>WPS 演示</Application>
  <PresentationFormat>宽屏</PresentationFormat>
  <Paragraphs>462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黑体</vt:lpstr>
      <vt:lpstr>汉仪中黑KW</vt:lpstr>
      <vt:lpstr>华文仿宋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张钰</cp:lastModifiedBy>
  <cp:revision>14</cp:revision>
  <dcterms:created xsi:type="dcterms:W3CDTF">2024-12-10T11:33:02Z</dcterms:created>
  <dcterms:modified xsi:type="dcterms:W3CDTF">2024-12-10T11:33:02Z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C06B9245FEDC5D5FF2B25267977DFB52_41</vt:lpwstr>
  </property>
</Properties>
</file>