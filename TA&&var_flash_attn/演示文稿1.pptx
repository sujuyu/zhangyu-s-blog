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56" r:id="rId3"/>
    <p:sldId id="257" r:id="rId5"/>
    <p:sldId id="258" r:id="rId6"/>
    <p:sldId id="259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6" Type="http://schemas.openxmlformats.org/officeDocument/2006/relationships/slideLayout" Target="../slideLayouts/slideLayout2.xml"/><Relationship Id="rId45" Type="http://schemas.openxmlformats.org/officeDocument/2006/relationships/tags" Target="../tags/tag52.xml"/><Relationship Id="rId44" Type="http://schemas.openxmlformats.org/officeDocument/2006/relationships/tags" Target="../tags/tag51.xml"/><Relationship Id="rId43" Type="http://schemas.openxmlformats.org/officeDocument/2006/relationships/tags" Target="../tags/tag50.xml"/><Relationship Id="rId42" Type="http://schemas.openxmlformats.org/officeDocument/2006/relationships/tags" Target="../tags/tag49.xml"/><Relationship Id="rId41" Type="http://schemas.openxmlformats.org/officeDocument/2006/relationships/tags" Target="../tags/tag48.xml"/><Relationship Id="rId40" Type="http://schemas.openxmlformats.org/officeDocument/2006/relationships/tags" Target="../tags/tag47.xml"/><Relationship Id="rId4" Type="http://schemas.openxmlformats.org/officeDocument/2006/relationships/tags" Target="../tags/tag11.xml"/><Relationship Id="rId39" Type="http://schemas.openxmlformats.org/officeDocument/2006/relationships/tags" Target="../tags/tag46.xml"/><Relationship Id="rId38" Type="http://schemas.openxmlformats.org/officeDocument/2006/relationships/tags" Target="../tags/tag45.xml"/><Relationship Id="rId37" Type="http://schemas.openxmlformats.org/officeDocument/2006/relationships/tags" Target="../tags/tag44.xml"/><Relationship Id="rId36" Type="http://schemas.openxmlformats.org/officeDocument/2006/relationships/tags" Target="../tags/tag43.xml"/><Relationship Id="rId35" Type="http://schemas.openxmlformats.org/officeDocument/2006/relationships/tags" Target="../tags/tag42.xml"/><Relationship Id="rId34" Type="http://schemas.openxmlformats.org/officeDocument/2006/relationships/tags" Target="../tags/tag41.xml"/><Relationship Id="rId33" Type="http://schemas.openxmlformats.org/officeDocument/2006/relationships/tags" Target="../tags/tag40.xml"/><Relationship Id="rId32" Type="http://schemas.openxmlformats.org/officeDocument/2006/relationships/tags" Target="../tags/tag39.xml"/><Relationship Id="rId31" Type="http://schemas.openxmlformats.org/officeDocument/2006/relationships/tags" Target="../tags/tag38.xml"/><Relationship Id="rId30" Type="http://schemas.openxmlformats.org/officeDocument/2006/relationships/tags" Target="../tags/tag37.xml"/><Relationship Id="rId3" Type="http://schemas.openxmlformats.org/officeDocument/2006/relationships/tags" Target="../tags/tag10.xml"/><Relationship Id="rId29" Type="http://schemas.openxmlformats.org/officeDocument/2006/relationships/tags" Target="../tags/tag36.xml"/><Relationship Id="rId28" Type="http://schemas.openxmlformats.org/officeDocument/2006/relationships/tags" Target="../tags/tag35.xml"/><Relationship Id="rId27" Type="http://schemas.openxmlformats.org/officeDocument/2006/relationships/tags" Target="../tags/tag34.xml"/><Relationship Id="rId26" Type="http://schemas.openxmlformats.org/officeDocument/2006/relationships/tags" Target="../tags/tag33.xml"/><Relationship Id="rId25" Type="http://schemas.openxmlformats.org/officeDocument/2006/relationships/tags" Target="../tags/tag32.xml"/><Relationship Id="rId24" Type="http://schemas.openxmlformats.org/officeDocument/2006/relationships/tags" Target="../tags/tag31.xml"/><Relationship Id="rId23" Type="http://schemas.openxmlformats.org/officeDocument/2006/relationships/tags" Target="../tags/tag30.xml"/><Relationship Id="rId22" Type="http://schemas.openxmlformats.org/officeDocument/2006/relationships/tags" Target="../tags/tag29.xml"/><Relationship Id="rId21" Type="http://schemas.openxmlformats.org/officeDocument/2006/relationships/tags" Target="../tags/tag28.xml"/><Relationship Id="rId20" Type="http://schemas.openxmlformats.org/officeDocument/2006/relationships/tags" Target="../tags/tag27.xml"/><Relationship Id="rId2" Type="http://schemas.openxmlformats.org/officeDocument/2006/relationships/tags" Target="../tags/tag9.xml"/><Relationship Id="rId19" Type="http://schemas.openxmlformats.org/officeDocument/2006/relationships/tags" Target="../tags/tag26.xml"/><Relationship Id="rId18" Type="http://schemas.openxmlformats.org/officeDocument/2006/relationships/tags" Target="../tags/tag25.xml"/><Relationship Id="rId17" Type="http://schemas.openxmlformats.org/officeDocument/2006/relationships/tags" Target="../tags/tag24.xml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78.xml"/><Relationship Id="rId2" Type="http://schemas.openxmlformats.org/officeDocument/2006/relationships/tags" Target="../tags/tag60.xml"/><Relationship Id="rId19" Type="http://schemas.openxmlformats.org/officeDocument/2006/relationships/tags" Target="../tags/tag77.xml"/><Relationship Id="rId18" Type="http://schemas.openxmlformats.org/officeDocument/2006/relationships/tags" Target="../tags/tag76.xml"/><Relationship Id="rId17" Type="http://schemas.openxmlformats.org/officeDocument/2006/relationships/tags" Target="../tags/tag75.xml"/><Relationship Id="rId16" Type="http://schemas.openxmlformats.org/officeDocument/2006/relationships/tags" Target="../tags/tag74.xml"/><Relationship Id="rId15" Type="http://schemas.openxmlformats.org/officeDocument/2006/relationships/tags" Target="../tags/tag73.xml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tags" Target="../tags/tag68.xml"/><Relationship Id="rId1" Type="http://schemas.openxmlformats.org/officeDocument/2006/relationships/tags" Target="../tags/tag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62660" y="1019175"/>
            <a:ext cx="1080000" cy="3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67690" y="1019175"/>
            <a:ext cx="394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1304925" y="650875"/>
            <a:ext cx="586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32</a:t>
            </a:r>
            <a:endParaRPr lang="en-US" altLang="zh-CN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304925" y="1445895"/>
            <a:ext cx="394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Q</a:t>
            </a:r>
            <a:endParaRPr lang="en-US" altLang="zh-CN" sz="3200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 rot="5400000">
            <a:off x="5834380" y="-720725"/>
            <a:ext cx="1080000" cy="43200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176645" y="2175510"/>
            <a:ext cx="10801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K^t</a:t>
            </a:r>
            <a:endParaRPr lang="en-US" altLang="zh-CN" sz="3200"/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3628390" y="1325880"/>
            <a:ext cx="586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32</a:t>
            </a:r>
            <a:endParaRPr lang="en-US" altLang="zh-CN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6059805" y="530860"/>
            <a:ext cx="995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2048</a:t>
            </a:r>
            <a:endParaRPr lang="en-US" altLang="zh-CN"/>
          </a:p>
        </p:txBody>
      </p:sp>
      <p:sp>
        <p:nvSpPr>
          <p:cNvPr id="12" name="乘号 11"/>
          <p:cNvSpPr/>
          <p:nvPr/>
        </p:nvSpPr>
        <p:spPr>
          <a:xfrm>
            <a:off x="2680335" y="1049020"/>
            <a:ext cx="722630" cy="899795"/>
          </a:xfrm>
          <a:prstGeom prst="mathMultiply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等于号 12"/>
          <p:cNvSpPr/>
          <p:nvPr/>
        </p:nvSpPr>
        <p:spPr>
          <a:xfrm>
            <a:off x="975995" y="3408045"/>
            <a:ext cx="981710" cy="708660"/>
          </a:xfrm>
          <a:prstGeom prst="mathEqual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548255" y="3582670"/>
            <a:ext cx="4320000" cy="360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3930015" y="4116705"/>
            <a:ext cx="14484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score</a:t>
            </a:r>
            <a:endParaRPr lang="en-US" altLang="zh-CN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962660" y="1019175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1322705" y="1019175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682750" y="1019175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2042795" y="1019175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962660" y="1379220"/>
            <a:ext cx="360000" cy="360000"/>
          </a:xfrm>
          <a:prstGeom prst="rect">
            <a:avLst/>
          </a:prstGeom>
          <a:solidFill>
            <a:schemeClr val="accent4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1322705" y="1379220"/>
            <a:ext cx="360000" cy="360000"/>
          </a:xfrm>
          <a:prstGeom prst="rect">
            <a:avLst/>
          </a:prstGeom>
          <a:solidFill>
            <a:schemeClr val="accent4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1682750" y="1379220"/>
            <a:ext cx="360000" cy="360000"/>
          </a:xfrm>
          <a:prstGeom prst="rect">
            <a:avLst/>
          </a:prstGeom>
          <a:solidFill>
            <a:schemeClr val="accent4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962660" y="1739265"/>
            <a:ext cx="360000" cy="36000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9"/>
            </p:custDataLst>
          </p:nvPr>
        </p:nvSpPr>
        <p:spPr>
          <a:xfrm>
            <a:off x="1322705" y="1739265"/>
            <a:ext cx="360000" cy="36000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>
            <p:custDataLst>
              <p:tags r:id="rId10"/>
            </p:custDataLst>
          </p:nvPr>
        </p:nvSpPr>
        <p:spPr>
          <a:xfrm>
            <a:off x="3843020" y="1019175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>
            <p:custDataLst>
              <p:tags r:id="rId11"/>
            </p:custDataLst>
          </p:nvPr>
        </p:nvSpPr>
        <p:spPr>
          <a:xfrm>
            <a:off x="4203065" y="1019175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>
            <p:custDataLst>
              <p:tags r:id="rId12"/>
            </p:custDataLst>
          </p:nvPr>
        </p:nvSpPr>
        <p:spPr>
          <a:xfrm>
            <a:off x="4563110" y="1019175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矩形 32"/>
          <p:cNvSpPr/>
          <p:nvPr>
            <p:custDataLst>
              <p:tags r:id="rId13"/>
            </p:custDataLst>
          </p:nvPr>
        </p:nvSpPr>
        <p:spPr>
          <a:xfrm>
            <a:off x="4923155" y="1019175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>
            <p:custDataLst>
              <p:tags r:id="rId14"/>
            </p:custDataLst>
          </p:nvPr>
        </p:nvSpPr>
        <p:spPr>
          <a:xfrm>
            <a:off x="3843020" y="1379220"/>
            <a:ext cx="360000" cy="360000"/>
          </a:xfrm>
          <a:prstGeom prst="rect">
            <a:avLst/>
          </a:prstGeom>
          <a:solidFill>
            <a:schemeClr val="accent4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>
            <p:custDataLst>
              <p:tags r:id="rId15"/>
            </p:custDataLst>
          </p:nvPr>
        </p:nvSpPr>
        <p:spPr>
          <a:xfrm>
            <a:off x="4203065" y="1379220"/>
            <a:ext cx="360000" cy="360000"/>
          </a:xfrm>
          <a:prstGeom prst="rect">
            <a:avLst/>
          </a:prstGeom>
          <a:solidFill>
            <a:schemeClr val="accent4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>
            <p:custDataLst>
              <p:tags r:id="rId16"/>
            </p:custDataLst>
          </p:nvPr>
        </p:nvSpPr>
        <p:spPr>
          <a:xfrm>
            <a:off x="4563110" y="1379220"/>
            <a:ext cx="360000" cy="360000"/>
          </a:xfrm>
          <a:prstGeom prst="rect">
            <a:avLst/>
          </a:prstGeom>
          <a:solidFill>
            <a:schemeClr val="accent4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>
            <p:custDataLst>
              <p:tags r:id="rId17"/>
            </p:custDataLst>
          </p:nvPr>
        </p:nvSpPr>
        <p:spPr>
          <a:xfrm>
            <a:off x="4923155" y="1379220"/>
            <a:ext cx="360000" cy="360000"/>
          </a:xfrm>
          <a:prstGeom prst="rect">
            <a:avLst/>
          </a:prstGeom>
          <a:solidFill>
            <a:schemeClr val="bg2">
              <a:lumMod val="6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>
            <p:custDataLst>
              <p:tags r:id="rId18"/>
            </p:custDataLst>
          </p:nvPr>
        </p:nvSpPr>
        <p:spPr>
          <a:xfrm>
            <a:off x="3843020" y="1739265"/>
            <a:ext cx="360000" cy="36000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>
            <p:custDataLst>
              <p:tags r:id="rId19"/>
            </p:custDataLst>
          </p:nvPr>
        </p:nvSpPr>
        <p:spPr>
          <a:xfrm>
            <a:off x="4203065" y="1739265"/>
            <a:ext cx="360000" cy="36000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>
            <p:custDataLst>
              <p:tags r:id="rId20"/>
            </p:custDataLst>
          </p:nvPr>
        </p:nvSpPr>
        <p:spPr>
          <a:xfrm>
            <a:off x="4563110" y="1739265"/>
            <a:ext cx="360000" cy="360000"/>
          </a:xfrm>
          <a:prstGeom prst="rect">
            <a:avLst/>
          </a:prstGeom>
          <a:solidFill>
            <a:schemeClr val="bg2">
              <a:lumMod val="6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矩形 40"/>
          <p:cNvSpPr/>
          <p:nvPr>
            <p:custDataLst>
              <p:tags r:id="rId21"/>
            </p:custDataLst>
          </p:nvPr>
        </p:nvSpPr>
        <p:spPr>
          <a:xfrm>
            <a:off x="4923155" y="1739265"/>
            <a:ext cx="360000" cy="360000"/>
          </a:xfrm>
          <a:prstGeom prst="rect">
            <a:avLst/>
          </a:prstGeom>
          <a:solidFill>
            <a:schemeClr val="bg2">
              <a:lumMod val="6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>
            <p:custDataLst>
              <p:tags r:id="rId22"/>
            </p:custDataLst>
          </p:nvPr>
        </p:nvSpPr>
        <p:spPr>
          <a:xfrm>
            <a:off x="5283200" y="1019175"/>
            <a:ext cx="360000" cy="360000"/>
          </a:xfrm>
          <a:prstGeom prst="rect">
            <a:avLst/>
          </a:prstGeom>
          <a:solidFill>
            <a:schemeClr val="bg2">
              <a:lumMod val="6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矩形 42"/>
          <p:cNvSpPr/>
          <p:nvPr>
            <p:custDataLst>
              <p:tags r:id="rId23"/>
            </p:custDataLst>
          </p:nvPr>
        </p:nvSpPr>
        <p:spPr>
          <a:xfrm>
            <a:off x="5283200" y="1379220"/>
            <a:ext cx="360000" cy="360000"/>
          </a:xfrm>
          <a:prstGeom prst="rect">
            <a:avLst/>
          </a:prstGeom>
          <a:solidFill>
            <a:schemeClr val="bg2">
              <a:lumMod val="6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>
            <p:custDataLst>
              <p:tags r:id="rId24"/>
            </p:custDataLst>
          </p:nvPr>
        </p:nvSpPr>
        <p:spPr>
          <a:xfrm>
            <a:off x="5283200" y="1739265"/>
            <a:ext cx="360000" cy="360000"/>
          </a:xfrm>
          <a:prstGeom prst="rect">
            <a:avLst/>
          </a:prstGeom>
          <a:solidFill>
            <a:schemeClr val="bg2">
              <a:lumMod val="6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5" name="直接箭头连接符 44"/>
          <p:cNvCxnSpPr/>
          <p:nvPr/>
        </p:nvCxnSpPr>
        <p:spPr>
          <a:xfrm>
            <a:off x="2720975" y="1621790"/>
            <a:ext cx="80391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2567305" y="1183640"/>
            <a:ext cx="1078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padding</a:t>
            </a:r>
            <a:endParaRPr lang="en-US" altLang="zh-CN"/>
          </a:p>
        </p:txBody>
      </p:sp>
      <p:sp>
        <p:nvSpPr>
          <p:cNvPr id="47" name="矩形 46"/>
          <p:cNvSpPr/>
          <p:nvPr>
            <p:custDataLst>
              <p:tags r:id="rId25"/>
            </p:custDataLst>
          </p:nvPr>
        </p:nvSpPr>
        <p:spPr>
          <a:xfrm>
            <a:off x="962660" y="4336415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>
            <p:custDataLst>
              <p:tags r:id="rId26"/>
            </p:custDataLst>
          </p:nvPr>
        </p:nvSpPr>
        <p:spPr>
          <a:xfrm>
            <a:off x="1322705" y="4336415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 48"/>
          <p:cNvSpPr/>
          <p:nvPr>
            <p:custDataLst>
              <p:tags r:id="rId27"/>
            </p:custDataLst>
          </p:nvPr>
        </p:nvSpPr>
        <p:spPr>
          <a:xfrm>
            <a:off x="1682750" y="4336415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>
            <p:custDataLst>
              <p:tags r:id="rId28"/>
            </p:custDataLst>
          </p:nvPr>
        </p:nvSpPr>
        <p:spPr>
          <a:xfrm>
            <a:off x="2042795" y="4336415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>
            <p:custDataLst>
              <p:tags r:id="rId29"/>
            </p:custDataLst>
          </p:nvPr>
        </p:nvSpPr>
        <p:spPr>
          <a:xfrm>
            <a:off x="962660" y="4696460"/>
            <a:ext cx="360000" cy="360000"/>
          </a:xfrm>
          <a:prstGeom prst="rect">
            <a:avLst/>
          </a:prstGeom>
          <a:solidFill>
            <a:schemeClr val="accent4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>
            <p:custDataLst>
              <p:tags r:id="rId30"/>
            </p:custDataLst>
          </p:nvPr>
        </p:nvSpPr>
        <p:spPr>
          <a:xfrm>
            <a:off x="1322705" y="4696460"/>
            <a:ext cx="360000" cy="360000"/>
          </a:xfrm>
          <a:prstGeom prst="rect">
            <a:avLst/>
          </a:prstGeom>
          <a:solidFill>
            <a:schemeClr val="accent4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>
            <p:custDataLst>
              <p:tags r:id="rId31"/>
            </p:custDataLst>
          </p:nvPr>
        </p:nvSpPr>
        <p:spPr>
          <a:xfrm>
            <a:off x="1682750" y="4696460"/>
            <a:ext cx="360000" cy="360000"/>
          </a:xfrm>
          <a:prstGeom prst="rect">
            <a:avLst/>
          </a:prstGeom>
          <a:solidFill>
            <a:schemeClr val="accent4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>
            <p:custDataLst>
              <p:tags r:id="rId32"/>
            </p:custDataLst>
          </p:nvPr>
        </p:nvSpPr>
        <p:spPr>
          <a:xfrm>
            <a:off x="962660" y="5056505"/>
            <a:ext cx="360000" cy="36000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>
            <p:custDataLst>
              <p:tags r:id="rId33"/>
            </p:custDataLst>
          </p:nvPr>
        </p:nvSpPr>
        <p:spPr>
          <a:xfrm>
            <a:off x="1322705" y="5056505"/>
            <a:ext cx="360000" cy="36000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34"/>
            </p:custDataLst>
          </p:nvPr>
        </p:nvSpPr>
        <p:spPr>
          <a:xfrm>
            <a:off x="2764790" y="4541520"/>
            <a:ext cx="1078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flatten</a:t>
            </a:r>
            <a:endParaRPr lang="en-US" altLang="zh-CN"/>
          </a:p>
        </p:txBody>
      </p:sp>
      <p:sp>
        <p:nvSpPr>
          <p:cNvPr id="57" name="矩形 56"/>
          <p:cNvSpPr/>
          <p:nvPr>
            <p:custDataLst>
              <p:tags r:id="rId35"/>
            </p:custDataLst>
          </p:nvPr>
        </p:nvSpPr>
        <p:spPr>
          <a:xfrm>
            <a:off x="4203065" y="4336415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矩形 57"/>
          <p:cNvSpPr/>
          <p:nvPr>
            <p:custDataLst>
              <p:tags r:id="rId36"/>
            </p:custDataLst>
          </p:nvPr>
        </p:nvSpPr>
        <p:spPr>
          <a:xfrm>
            <a:off x="4563110" y="4336415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>
            <p:custDataLst>
              <p:tags r:id="rId37"/>
            </p:custDataLst>
          </p:nvPr>
        </p:nvSpPr>
        <p:spPr>
          <a:xfrm>
            <a:off x="4923155" y="4336415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>
            <p:custDataLst>
              <p:tags r:id="rId38"/>
            </p:custDataLst>
          </p:nvPr>
        </p:nvSpPr>
        <p:spPr>
          <a:xfrm>
            <a:off x="5283200" y="4336415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矩形 60"/>
          <p:cNvSpPr/>
          <p:nvPr>
            <p:custDataLst>
              <p:tags r:id="rId39"/>
            </p:custDataLst>
          </p:nvPr>
        </p:nvSpPr>
        <p:spPr>
          <a:xfrm>
            <a:off x="5643245" y="4336415"/>
            <a:ext cx="360000" cy="360000"/>
          </a:xfrm>
          <a:prstGeom prst="rect">
            <a:avLst/>
          </a:prstGeom>
          <a:solidFill>
            <a:schemeClr val="accent4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>
            <p:custDataLst>
              <p:tags r:id="rId40"/>
            </p:custDataLst>
          </p:nvPr>
        </p:nvSpPr>
        <p:spPr>
          <a:xfrm>
            <a:off x="6003290" y="4336415"/>
            <a:ext cx="360000" cy="360000"/>
          </a:xfrm>
          <a:prstGeom prst="rect">
            <a:avLst/>
          </a:prstGeom>
          <a:solidFill>
            <a:schemeClr val="accent4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矩形 62"/>
          <p:cNvSpPr/>
          <p:nvPr>
            <p:custDataLst>
              <p:tags r:id="rId41"/>
            </p:custDataLst>
          </p:nvPr>
        </p:nvSpPr>
        <p:spPr>
          <a:xfrm>
            <a:off x="6363335" y="4336415"/>
            <a:ext cx="360000" cy="360000"/>
          </a:xfrm>
          <a:prstGeom prst="rect">
            <a:avLst/>
          </a:prstGeom>
          <a:solidFill>
            <a:schemeClr val="accent4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矩形 63"/>
          <p:cNvSpPr/>
          <p:nvPr>
            <p:custDataLst>
              <p:tags r:id="rId42"/>
            </p:custDataLst>
          </p:nvPr>
        </p:nvSpPr>
        <p:spPr>
          <a:xfrm>
            <a:off x="6723380" y="4336415"/>
            <a:ext cx="360000" cy="36000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矩形 64"/>
          <p:cNvSpPr/>
          <p:nvPr>
            <p:custDataLst>
              <p:tags r:id="rId43"/>
            </p:custDataLst>
          </p:nvPr>
        </p:nvSpPr>
        <p:spPr>
          <a:xfrm>
            <a:off x="7083425" y="4336415"/>
            <a:ext cx="360000" cy="360000"/>
          </a:xfrm>
          <a:prstGeom prst="rect">
            <a:avLst/>
          </a:prstGeom>
          <a:ln>
            <a:solidFill>
              <a:schemeClr val="bg2"/>
            </a:solidFill>
          </a:ln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6" name="直接箭头连接符 65"/>
          <p:cNvCxnSpPr/>
          <p:nvPr>
            <p:custDataLst>
              <p:tags r:id="rId44"/>
            </p:custDataLst>
          </p:nvPr>
        </p:nvCxnSpPr>
        <p:spPr>
          <a:xfrm>
            <a:off x="2898775" y="5056505"/>
            <a:ext cx="80391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>
            <p:custDataLst>
              <p:tags r:id="rId45"/>
            </p:custDataLst>
          </p:nvPr>
        </p:nvSpPr>
        <p:spPr>
          <a:xfrm>
            <a:off x="4650740" y="5056505"/>
            <a:ext cx="3000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cu_seq_len [0, 4, 7, 9] 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 rot="5400000">
            <a:off x="2339340" y="1889125"/>
            <a:ext cx="5250180" cy="278003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 rot="5400000">
            <a:off x="4697730" y="1396365"/>
            <a:ext cx="533400" cy="2780030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3"/>
            </p:custDataLst>
          </p:nvPr>
        </p:nvSpPr>
        <p:spPr>
          <a:xfrm>
            <a:off x="283210" y="2864485"/>
            <a:ext cx="2237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batch * H * S_max</a:t>
            </a:r>
            <a:endParaRPr lang="en-US" altLang="zh-CN"/>
          </a:p>
        </p:txBody>
      </p:sp>
      <p:cxnSp>
        <p:nvCxnSpPr>
          <p:cNvPr id="5" name="直接连接符 4"/>
          <p:cNvCxnSpPr>
            <a:stCxn id="65" idx="2"/>
          </p:cNvCxnSpPr>
          <p:nvPr/>
        </p:nvCxnSpPr>
        <p:spPr>
          <a:xfrm flipH="1">
            <a:off x="1820545" y="654050"/>
            <a:ext cx="1754505" cy="21539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stCxn id="6" idx="0"/>
          </p:cNvCxnSpPr>
          <p:nvPr>
            <p:custDataLst>
              <p:tags r:id="rId4"/>
            </p:custDataLst>
          </p:nvPr>
        </p:nvCxnSpPr>
        <p:spPr>
          <a:xfrm flipH="1" flipV="1">
            <a:off x="1889125" y="3257550"/>
            <a:ext cx="1685925" cy="26466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6463665" y="2623185"/>
            <a:ext cx="1842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BLOCK_S</a:t>
            </a:r>
            <a:endParaRPr lang="en-US" altLang="zh-CN"/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4043045" y="187325"/>
            <a:ext cx="1842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dimension</a:t>
            </a:r>
            <a:endParaRPr lang="en-US" altLang="zh-C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矩形 56"/>
          <p:cNvSpPr/>
          <p:nvPr>
            <p:custDataLst>
              <p:tags r:id="rId1"/>
            </p:custDataLst>
          </p:nvPr>
        </p:nvSpPr>
        <p:spPr>
          <a:xfrm>
            <a:off x="2818765" y="2158365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矩形 57"/>
          <p:cNvSpPr/>
          <p:nvPr>
            <p:custDataLst>
              <p:tags r:id="rId2"/>
            </p:custDataLst>
          </p:nvPr>
        </p:nvSpPr>
        <p:spPr>
          <a:xfrm>
            <a:off x="2818765" y="2518410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矩形 58"/>
          <p:cNvSpPr/>
          <p:nvPr>
            <p:custDataLst>
              <p:tags r:id="rId3"/>
            </p:custDataLst>
          </p:nvPr>
        </p:nvSpPr>
        <p:spPr>
          <a:xfrm>
            <a:off x="2818765" y="2878455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矩形 59"/>
          <p:cNvSpPr/>
          <p:nvPr>
            <p:custDataLst>
              <p:tags r:id="rId4"/>
            </p:custDataLst>
          </p:nvPr>
        </p:nvSpPr>
        <p:spPr>
          <a:xfrm>
            <a:off x="2818765" y="3238500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5"/>
            </p:custDataLst>
          </p:nvPr>
        </p:nvSpPr>
        <p:spPr>
          <a:xfrm>
            <a:off x="2818765" y="3598545"/>
            <a:ext cx="360000" cy="360000"/>
          </a:xfrm>
          <a:prstGeom prst="rect">
            <a:avLst/>
          </a:prstGeom>
          <a:solidFill>
            <a:schemeClr val="accent2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2818765" y="3958590"/>
            <a:ext cx="36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>
            <a:off x="2818765" y="4318635"/>
            <a:ext cx="36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>
            <p:custDataLst>
              <p:tags r:id="rId8"/>
            </p:custDataLst>
          </p:nvPr>
        </p:nvSpPr>
        <p:spPr>
          <a:xfrm rot="5400000">
            <a:off x="3820160" y="1549400"/>
            <a:ext cx="360000" cy="360000"/>
          </a:xfrm>
          <a:prstGeom prst="rect">
            <a:avLst/>
          </a:prstGeom>
          <a:solidFill>
            <a:schemeClr val="accent4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9"/>
            </p:custDataLst>
          </p:nvPr>
        </p:nvSpPr>
        <p:spPr>
          <a:xfrm rot="5400000">
            <a:off x="4180205" y="1549400"/>
            <a:ext cx="360000" cy="360000"/>
          </a:xfrm>
          <a:prstGeom prst="rect">
            <a:avLst/>
          </a:prstGeom>
          <a:solidFill>
            <a:schemeClr val="accent4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10"/>
            </p:custDataLst>
          </p:nvPr>
        </p:nvSpPr>
        <p:spPr>
          <a:xfrm rot="5400000">
            <a:off x="4540250" y="1549400"/>
            <a:ext cx="360000" cy="360000"/>
          </a:xfrm>
          <a:prstGeom prst="rect">
            <a:avLst/>
          </a:prstGeom>
          <a:solidFill>
            <a:schemeClr val="accent4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11"/>
            </p:custDataLst>
          </p:nvPr>
        </p:nvSpPr>
        <p:spPr>
          <a:xfrm rot="5400000">
            <a:off x="4900295" y="1549400"/>
            <a:ext cx="360000" cy="360000"/>
          </a:xfrm>
          <a:prstGeom prst="rect">
            <a:avLst/>
          </a:prstGeom>
          <a:solidFill>
            <a:schemeClr val="accent4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12"/>
            </p:custDataLst>
          </p:nvPr>
        </p:nvSpPr>
        <p:spPr>
          <a:xfrm rot="5400000">
            <a:off x="5262880" y="1549400"/>
            <a:ext cx="360000" cy="360000"/>
          </a:xfrm>
          <a:prstGeom prst="rect">
            <a:avLst/>
          </a:prstGeom>
          <a:solidFill>
            <a:schemeClr val="accent4"/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13"/>
            </p:custDataLst>
          </p:nvPr>
        </p:nvSpPr>
        <p:spPr>
          <a:xfrm rot="5400000">
            <a:off x="5625465" y="1549400"/>
            <a:ext cx="36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>
            <p:custDataLst>
              <p:tags r:id="rId14"/>
            </p:custDataLst>
          </p:nvPr>
        </p:nvSpPr>
        <p:spPr>
          <a:xfrm rot="5400000">
            <a:off x="5988050" y="1549400"/>
            <a:ext cx="360000" cy="36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5"/>
            </p:custDataLst>
          </p:nvPr>
        </p:nvSpPr>
        <p:spPr>
          <a:xfrm>
            <a:off x="1586230" y="3082290"/>
            <a:ext cx="1231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S_q * d</a:t>
            </a:r>
            <a:endParaRPr lang="en-US" altLang="zh-CN"/>
          </a:p>
        </p:txBody>
      </p:sp>
      <p:sp>
        <p:nvSpPr>
          <p:cNvPr id="15" name="文本框 14"/>
          <p:cNvSpPr txBox="1"/>
          <p:nvPr>
            <p:custDataLst>
              <p:tags r:id="rId16"/>
            </p:custDataLst>
          </p:nvPr>
        </p:nvSpPr>
        <p:spPr>
          <a:xfrm>
            <a:off x="4540250" y="1045210"/>
            <a:ext cx="1231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 * S_k</a:t>
            </a:r>
            <a:endParaRPr lang="en-US" altLang="zh-CN"/>
          </a:p>
        </p:txBody>
      </p:sp>
      <p:sp>
        <p:nvSpPr>
          <p:cNvPr id="16" name="矩形 15"/>
          <p:cNvSpPr/>
          <p:nvPr>
            <p:custDataLst>
              <p:tags r:id="rId17"/>
            </p:custDataLst>
          </p:nvPr>
        </p:nvSpPr>
        <p:spPr>
          <a:xfrm>
            <a:off x="4180205" y="2878455"/>
            <a:ext cx="360000" cy="360000"/>
          </a:xfrm>
          <a:prstGeom prst="rect">
            <a:avLst/>
          </a:prstGeom>
        </p:spPr>
        <p:style>
          <a:lnRef idx="2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7" name="直接箭头连接符 16"/>
          <p:cNvCxnSpPr>
            <a:stCxn id="59" idx="3"/>
            <a:endCxn id="16" idx="1"/>
          </p:cNvCxnSpPr>
          <p:nvPr/>
        </p:nvCxnSpPr>
        <p:spPr>
          <a:xfrm>
            <a:off x="3178810" y="3058795"/>
            <a:ext cx="100139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9" idx="3"/>
            <a:endCxn id="16" idx="0"/>
          </p:cNvCxnSpPr>
          <p:nvPr/>
        </p:nvCxnSpPr>
        <p:spPr>
          <a:xfrm rot="5400000">
            <a:off x="4055745" y="2214245"/>
            <a:ext cx="969010" cy="35941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右箭头 18"/>
          <p:cNvSpPr/>
          <p:nvPr/>
        </p:nvSpPr>
        <p:spPr>
          <a:xfrm>
            <a:off x="4923155" y="2131695"/>
            <a:ext cx="443865" cy="12509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4900295" y="2256790"/>
            <a:ext cx="1231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slice</a:t>
            </a:r>
            <a:endParaRPr lang="en-US" altLang="zh-CN"/>
          </a:p>
        </p:txBody>
      </p:sp>
      <p:sp>
        <p:nvSpPr>
          <p:cNvPr id="21" name="左大括号 20"/>
          <p:cNvSpPr/>
          <p:nvPr/>
        </p:nvSpPr>
        <p:spPr>
          <a:xfrm>
            <a:off x="2689860" y="3990340"/>
            <a:ext cx="75565" cy="69342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1586865" y="4152900"/>
            <a:ext cx="1231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charset="0"/>
                <a:ea typeface="黑体" charset="0"/>
              </a:rPr>
              <a:t>无需分块</a:t>
            </a:r>
            <a:endParaRPr lang="zh-CN" altLang="en-US">
              <a:latin typeface="黑体" charset="0"/>
              <a:ea typeface="黑体" charset="0"/>
            </a:endParaRPr>
          </a:p>
        </p:txBody>
      </p:sp>
      <p:sp>
        <p:nvSpPr>
          <p:cNvPr id="23" name="左大括号 22"/>
          <p:cNvSpPr/>
          <p:nvPr/>
        </p:nvSpPr>
        <p:spPr>
          <a:xfrm rot="5400000">
            <a:off x="5869305" y="1070610"/>
            <a:ext cx="242570" cy="71501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0"/>
            </p:custDataLst>
          </p:nvPr>
        </p:nvSpPr>
        <p:spPr>
          <a:xfrm>
            <a:off x="5551805" y="833755"/>
            <a:ext cx="1231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黑体" charset="0"/>
                <a:ea typeface="黑体" charset="0"/>
              </a:rPr>
              <a:t>无需</a:t>
            </a:r>
            <a:r>
              <a:rPr lang="zh-CN" altLang="en-US">
                <a:latin typeface="黑体" charset="0"/>
                <a:ea typeface="黑体" charset="0"/>
              </a:rPr>
              <a:t>遍历</a:t>
            </a:r>
            <a:endParaRPr lang="zh-CN" altLang="en-US"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</Words>
  <Application>WPS 演示</Application>
  <PresentationFormat>宽屏</PresentationFormat>
  <Paragraphs>36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黑体</vt:lpstr>
      <vt:lpstr>汉仪中黑KW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张钰</cp:lastModifiedBy>
  <cp:revision>9</cp:revision>
  <dcterms:created xsi:type="dcterms:W3CDTF">2025-08-13T03:03:09Z</dcterms:created>
  <dcterms:modified xsi:type="dcterms:W3CDTF">2025-08-13T03:03:09Z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2052-6.5.0.8619</vt:lpwstr>
  </property>
  <property fmtid="{D5CDD505-2E9C-101B-9397-08002B2CF9AE}" pid="3" name="ICV">
    <vt:lpwstr>7338249E4F8D8C19EB20946873F89F9B_41</vt:lpwstr>
  </property>
</Properties>
</file>