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65" r:id="rId5"/>
    <p:sldId id="257" r:id="rId6"/>
    <p:sldId id="258" r:id="rId7"/>
    <p:sldId id="274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6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1976"/>
        <p:guide pos="3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9" Type="http://schemas.openxmlformats.org/officeDocument/2006/relationships/notesSlide" Target="../notesSlides/notesSlide1.xml"/><Relationship Id="rId208" Type="http://schemas.openxmlformats.org/officeDocument/2006/relationships/slideLayout" Target="../slideLayouts/slideLayout1.xml"/><Relationship Id="rId207" Type="http://schemas.openxmlformats.org/officeDocument/2006/relationships/tags" Target="../tags/tag207.xml"/><Relationship Id="rId206" Type="http://schemas.openxmlformats.org/officeDocument/2006/relationships/tags" Target="../tags/tag206.xml"/><Relationship Id="rId205" Type="http://schemas.openxmlformats.org/officeDocument/2006/relationships/tags" Target="../tags/tag205.xml"/><Relationship Id="rId204" Type="http://schemas.openxmlformats.org/officeDocument/2006/relationships/tags" Target="../tags/tag204.xml"/><Relationship Id="rId203" Type="http://schemas.openxmlformats.org/officeDocument/2006/relationships/tags" Target="../tags/tag203.xml"/><Relationship Id="rId202" Type="http://schemas.openxmlformats.org/officeDocument/2006/relationships/tags" Target="../tags/tag202.xml"/><Relationship Id="rId201" Type="http://schemas.openxmlformats.org/officeDocument/2006/relationships/tags" Target="../tags/tag201.xml"/><Relationship Id="rId200" Type="http://schemas.openxmlformats.org/officeDocument/2006/relationships/tags" Target="../tags/tag200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9" Type="http://schemas.openxmlformats.org/officeDocument/2006/relationships/tags" Target="../tags/tag199.xml"/><Relationship Id="rId198" Type="http://schemas.openxmlformats.org/officeDocument/2006/relationships/tags" Target="../tags/tag198.xml"/><Relationship Id="rId197" Type="http://schemas.openxmlformats.org/officeDocument/2006/relationships/tags" Target="../tags/tag197.xml"/><Relationship Id="rId196" Type="http://schemas.openxmlformats.org/officeDocument/2006/relationships/tags" Target="../tags/tag196.xml"/><Relationship Id="rId195" Type="http://schemas.openxmlformats.org/officeDocument/2006/relationships/tags" Target="../tags/tag195.xml"/><Relationship Id="rId194" Type="http://schemas.openxmlformats.org/officeDocument/2006/relationships/tags" Target="../tags/tag194.xml"/><Relationship Id="rId193" Type="http://schemas.openxmlformats.org/officeDocument/2006/relationships/tags" Target="../tags/tag193.xml"/><Relationship Id="rId192" Type="http://schemas.openxmlformats.org/officeDocument/2006/relationships/tags" Target="../tags/tag192.xml"/><Relationship Id="rId191" Type="http://schemas.openxmlformats.org/officeDocument/2006/relationships/tags" Target="../tags/tag191.xml"/><Relationship Id="rId190" Type="http://schemas.openxmlformats.org/officeDocument/2006/relationships/tags" Target="../tags/tag190.xml"/><Relationship Id="rId19" Type="http://schemas.openxmlformats.org/officeDocument/2006/relationships/tags" Target="../tags/tag19.xml"/><Relationship Id="rId189" Type="http://schemas.openxmlformats.org/officeDocument/2006/relationships/tags" Target="../tags/tag189.xml"/><Relationship Id="rId188" Type="http://schemas.openxmlformats.org/officeDocument/2006/relationships/tags" Target="../tags/tag188.xml"/><Relationship Id="rId187" Type="http://schemas.openxmlformats.org/officeDocument/2006/relationships/tags" Target="../tags/tag187.xml"/><Relationship Id="rId186" Type="http://schemas.openxmlformats.org/officeDocument/2006/relationships/tags" Target="../tags/tag186.xml"/><Relationship Id="rId185" Type="http://schemas.openxmlformats.org/officeDocument/2006/relationships/tags" Target="../tags/tag185.xml"/><Relationship Id="rId184" Type="http://schemas.openxmlformats.org/officeDocument/2006/relationships/tags" Target="../tags/tag184.xml"/><Relationship Id="rId183" Type="http://schemas.openxmlformats.org/officeDocument/2006/relationships/tags" Target="../tags/tag183.xml"/><Relationship Id="rId182" Type="http://schemas.openxmlformats.org/officeDocument/2006/relationships/tags" Target="../tags/tag182.xml"/><Relationship Id="rId181" Type="http://schemas.openxmlformats.org/officeDocument/2006/relationships/tags" Target="../tags/tag181.xml"/><Relationship Id="rId180" Type="http://schemas.openxmlformats.org/officeDocument/2006/relationships/tags" Target="../tags/tag180.xml"/><Relationship Id="rId18" Type="http://schemas.openxmlformats.org/officeDocument/2006/relationships/tags" Target="../tags/tag18.xml"/><Relationship Id="rId179" Type="http://schemas.openxmlformats.org/officeDocument/2006/relationships/tags" Target="../tags/tag179.xml"/><Relationship Id="rId178" Type="http://schemas.openxmlformats.org/officeDocument/2006/relationships/tags" Target="../tags/tag178.xml"/><Relationship Id="rId177" Type="http://schemas.openxmlformats.org/officeDocument/2006/relationships/tags" Target="../tags/tag177.xml"/><Relationship Id="rId176" Type="http://schemas.openxmlformats.org/officeDocument/2006/relationships/tags" Target="../tags/tag176.xml"/><Relationship Id="rId175" Type="http://schemas.openxmlformats.org/officeDocument/2006/relationships/tags" Target="../tags/tag175.xml"/><Relationship Id="rId174" Type="http://schemas.openxmlformats.org/officeDocument/2006/relationships/tags" Target="../tags/tag174.xml"/><Relationship Id="rId173" Type="http://schemas.openxmlformats.org/officeDocument/2006/relationships/tags" Target="../tags/tag173.xml"/><Relationship Id="rId172" Type="http://schemas.openxmlformats.org/officeDocument/2006/relationships/tags" Target="../tags/tag172.xml"/><Relationship Id="rId171" Type="http://schemas.openxmlformats.org/officeDocument/2006/relationships/tags" Target="../tags/tag171.xml"/><Relationship Id="rId170" Type="http://schemas.openxmlformats.org/officeDocument/2006/relationships/tags" Target="../tags/tag170.xml"/><Relationship Id="rId17" Type="http://schemas.openxmlformats.org/officeDocument/2006/relationships/tags" Target="../tags/tag17.xml"/><Relationship Id="rId169" Type="http://schemas.openxmlformats.org/officeDocument/2006/relationships/tags" Target="../tags/tag169.xml"/><Relationship Id="rId168" Type="http://schemas.openxmlformats.org/officeDocument/2006/relationships/tags" Target="../tags/tag168.xml"/><Relationship Id="rId167" Type="http://schemas.openxmlformats.org/officeDocument/2006/relationships/tags" Target="../tags/tag167.xml"/><Relationship Id="rId166" Type="http://schemas.openxmlformats.org/officeDocument/2006/relationships/tags" Target="../tags/tag166.xml"/><Relationship Id="rId165" Type="http://schemas.openxmlformats.org/officeDocument/2006/relationships/tags" Target="../tags/tag165.xml"/><Relationship Id="rId164" Type="http://schemas.openxmlformats.org/officeDocument/2006/relationships/tags" Target="../tags/tag164.xml"/><Relationship Id="rId163" Type="http://schemas.openxmlformats.org/officeDocument/2006/relationships/tags" Target="../tags/tag163.xml"/><Relationship Id="rId162" Type="http://schemas.openxmlformats.org/officeDocument/2006/relationships/tags" Target="../tags/tag162.xml"/><Relationship Id="rId161" Type="http://schemas.openxmlformats.org/officeDocument/2006/relationships/tags" Target="../tags/tag161.xml"/><Relationship Id="rId160" Type="http://schemas.openxmlformats.org/officeDocument/2006/relationships/tags" Target="../tags/tag160.xml"/><Relationship Id="rId16" Type="http://schemas.openxmlformats.org/officeDocument/2006/relationships/tags" Target="../tags/tag16.xml"/><Relationship Id="rId159" Type="http://schemas.openxmlformats.org/officeDocument/2006/relationships/tags" Target="../tags/tag159.xml"/><Relationship Id="rId158" Type="http://schemas.openxmlformats.org/officeDocument/2006/relationships/tags" Target="../tags/tag158.xml"/><Relationship Id="rId157" Type="http://schemas.openxmlformats.org/officeDocument/2006/relationships/tags" Target="../tags/tag157.xml"/><Relationship Id="rId156" Type="http://schemas.openxmlformats.org/officeDocument/2006/relationships/tags" Target="../tags/tag156.xml"/><Relationship Id="rId155" Type="http://schemas.openxmlformats.org/officeDocument/2006/relationships/tags" Target="../tags/tag155.xml"/><Relationship Id="rId154" Type="http://schemas.openxmlformats.org/officeDocument/2006/relationships/tags" Target="../tags/tag154.xml"/><Relationship Id="rId153" Type="http://schemas.openxmlformats.org/officeDocument/2006/relationships/tags" Target="../tags/tag153.xml"/><Relationship Id="rId152" Type="http://schemas.openxmlformats.org/officeDocument/2006/relationships/tags" Target="../tags/tag152.xml"/><Relationship Id="rId151" Type="http://schemas.openxmlformats.org/officeDocument/2006/relationships/tags" Target="../tags/tag151.xml"/><Relationship Id="rId150" Type="http://schemas.openxmlformats.org/officeDocument/2006/relationships/tags" Target="../tags/tag150.xml"/><Relationship Id="rId15" Type="http://schemas.openxmlformats.org/officeDocument/2006/relationships/tags" Target="../tags/tag15.xml"/><Relationship Id="rId149" Type="http://schemas.openxmlformats.org/officeDocument/2006/relationships/tags" Target="../tags/tag149.xml"/><Relationship Id="rId148" Type="http://schemas.openxmlformats.org/officeDocument/2006/relationships/tags" Target="../tags/tag148.xml"/><Relationship Id="rId147" Type="http://schemas.openxmlformats.org/officeDocument/2006/relationships/tags" Target="../tags/tag147.xml"/><Relationship Id="rId146" Type="http://schemas.openxmlformats.org/officeDocument/2006/relationships/tags" Target="../tags/tag146.xml"/><Relationship Id="rId145" Type="http://schemas.openxmlformats.org/officeDocument/2006/relationships/tags" Target="../tags/tag145.xml"/><Relationship Id="rId144" Type="http://schemas.openxmlformats.org/officeDocument/2006/relationships/tags" Target="../tags/tag144.xml"/><Relationship Id="rId143" Type="http://schemas.openxmlformats.org/officeDocument/2006/relationships/tags" Target="../tags/tag143.xml"/><Relationship Id="rId142" Type="http://schemas.openxmlformats.org/officeDocument/2006/relationships/tags" Target="../tags/tag142.xml"/><Relationship Id="rId141" Type="http://schemas.openxmlformats.org/officeDocument/2006/relationships/tags" Target="../tags/tag141.xml"/><Relationship Id="rId140" Type="http://schemas.openxmlformats.org/officeDocument/2006/relationships/tags" Target="../tags/tag140.xml"/><Relationship Id="rId14" Type="http://schemas.openxmlformats.org/officeDocument/2006/relationships/tags" Target="../tags/tag14.xml"/><Relationship Id="rId139" Type="http://schemas.openxmlformats.org/officeDocument/2006/relationships/tags" Target="../tags/tag139.xml"/><Relationship Id="rId138" Type="http://schemas.openxmlformats.org/officeDocument/2006/relationships/tags" Target="../tags/tag138.xml"/><Relationship Id="rId137" Type="http://schemas.openxmlformats.org/officeDocument/2006/relationships/tags" Target="../tags/tag137.xml"/><Relationship Id="rId136" Type="http://schemas.openxmlformats.org/officeDocument/2006/relationships/tags" Target="../tags/tag136.xml"/><Relationship Id="rId135" Type="http://schemas.openxmlformats.org/officeDocument/2006/relationships/tags" Target="../tags/tag135.xml"/><Relationship Id="rId134" Type="http://schemas.openxmlformats.org/officeDocument/2006/relationships/tags" Target="../tags/tag134.xml"/><Relationship Id="rId133" Type="http://schemas.openxmlformats.org/officeDocument/2006/relationships/tags" Target="../tags/tag133.xml"/><Relationship Id="rId132" Type="http://schemas.openxmlformats.org/officeDocument/2006/relationships/tags" Target="../tags/tag132.xml"/><Relationship Id="rId131" Type="http://schemas.openxmlformats.org/officeDocument/2006/relationships/tags" Target="../tags/tag131.xml"/><Relationship Id="rId130" Type="http://schemas.openxmlformats.org/officeDocument/2006/relationships/tags" Target="../tags/tag130.xml"/><Relationship Id="rId13" Type="http://schemas.openxmlformats.org/officeDocument/2006/relationships/tags" Target="../tags/tag13.xml"/><Relationship Id="rId129" Type="http://schemas.openxmlformats.org/officeDocument/2006/relationships/tags" Target="../tags/tag129.xml"/><Relationship Id="rId128" Type="http://schemas.openxmlformats.org/officeDocument/2006/relationships/tags" Target="../tags/tag128.xml"/><Relationship Id="rId127" Type="http://schemas.openxmlformats.org/officeDocument/2006/relationships/tags" Target="../tags/tag127.xml"/><Relationship Id="rId126" Type="http://schemas.openxmlformats.org/officeDocument/2006/relationships/tags" Target="../tags/tag126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306.xml"/><Relationship Id="rId98" Type="http://schemas.openxmlformats.org/officeDocument/2006/relationships/tags" Target="../tags/tag305.xml"/><Relationship Id="rId97" Type="http://schemas.openxmlformats.org/officeDocument/2006/relationships/tags" Target="../tags/tag304.xml"/><Relationship Id="rId96" Type="http://schemas.openxmlformats.org/officeDocument/2006/relationships/tags" Target="../tags/tag303.xml"/><Relationship Id="rId95" Type="http://schemas.openxmlformats.org/officeDocument/2006/relationships/tags" Target="../tags/tag302.xml"/><Relationship Id="rId94" Type="http://schemas.openxmlformats.org/officeDocument/2006/relationships/tags" Target="../tags/tag301.xml"/><Relationship Id="rId93" Type="http://schemas.openxmlformats.org/officeDocument/2006/relationships/tags" Target="../tags/tag300.xml"/><Relationship Id="rId92" Type="http://schemas.openxmlformats.org/officeDocument/2006/relationships/tags" Target="../tags/tag299.xml"/><Relationship Id="rId91" Type="http://schemas.openxmlformats.org/officeDocument/2006/relationships/tags" Target="../tags/tag298.xml"/><Relationship Id="rId90" Type="http://schemas.openxmlformats.org/officeDocument/2006/relationships/tags" Target="../tags/tag297.xml"/><Relationship Id="rId9" Type="http://schemas.openxmlformats.org/officeDocument/2006/relationships/tags" Target="../tags/tag216.xml"/><Relationship Id="rId89" Type="http://schemas.openxmlformats.org/officeDocument/2006/relationships/tags" Target="../tags/tag296.xml"/><Relationship Id="rId88" Type="http://schemas.openxmlformats.org/officeDocument/2006/relationships/tags" Target="../tags/tag295.xml"/><Relationship Id="rId87" Type="http://schemas.openxmlformats.org/officeDocument/2006/relationships/tags" Target="../tags/tag294.xml"/><Relationship Id="rId86" Type="http://schemas.openxmlformats.org/officeDocument/2006/relationships/tags" Target="../tags/tag293.xml"/><Relationship Id="rId85" Type="http://schemas.openxmlformats.org/officeDocument/2006/relationships/tags" Target="../tags/tag292.xml"/><Relationship Id="rId84" Type="http://schemas.openxmlformats.org/officeDocument/2006/relationships/tags" Target="../tags/tag291.xml"/><Relationship Id="rId83" Type="http://schemas.openxmlformats.org/officeDocument/2006/relationships/tags" Target="../tags/tag290.xml"/><Relationship Id="rId82" Type="http://schemas.openxmlformats.org/officeDocument/2006/relationships/tags" Target="../tags/tag289.xml"/><Relationship Id="rId81" Type="http://schemas.openxmlformats.org/officeDocument/2006/relationships/tags" Target="../tags/tag288.xml"/><Relationship Id="rId80" Type="http://schemas.openxmlformats.org/officeDocument/2006/relationships/tags" Target="../tags/tag287.xml"/><Relationship Id="rId8" Type="http://schemas.openxmlformats.org/officeDocument/2006/relationships/tags" Target="../tags/tag215.xml"/><Relationship Id="rId79" Type="http://schemas.openxmlformats.org/officeDocument/2006/relationships/tags" Target="../tags/tag286.xml"/><Relationship Id="rId78" Type="http://schemas.openxmlformats.org/officeDocument/2006/relationships/tags" Target="../tags/tag285.xml"/><Relationship Id="rId77" Type="http://schemas.openxmlformats.org/officeDocument/2006/relationships/tags" Target="../tags/tag284.xml"/><Relationship Id="rId76" Type="http://schemas.openxmlformats.org/officeDocument/2006/relationships/tags" Target="../tags/tag283.xml"/><Relationship Id="rId75" Type="http://schemas.openxmlformats.org/officeDocument/2006/relationships/tags" Target="../tags/tag282.xml"/><Relationship Id="rId74" Type="http://schemas.openxmlformats.org/officeDocument/2006/relationships/tags" Target="../tags/tag281.xml"/><Relationship Id="rId73" Type="http://schemas.openxmlformats.org/officeDocument/2006/relationships/tags" Target="../tags/tag280.xml"/><Relationship Id="rId72" Type="http://schemas.openxmlformats.org/officeDocument/2006/relationships/tags" Target="../tags/tag279.xml"/><Relationship Id="rId71" Type="http://schemas.openxmlformats.org/officeDocument/2006/relationships/tags" Target="../tags/tag278.xml"/><Relationship Id="rId70" Type="http://schemas.openxmlformats.org/officeDocument/2006/relationships/tags" Target="../tags/tag277.xml"/><Relationship Id="rId7" Type="http://schemas.openxmlformats.org/officeDocument/2006/relationships/tags" Target="../tags/tag214.xml"/><Relationship Id="rId69" Type="http://schemas.openxmlformats.org/officeDocument/2006/relationships/tags" Target="../tags/tag276.xml"/><Relationship Id="rId68" Type="http://schemas.openxmlformats.org/officeDocument/2006/relationships/tags" Target="../tags/tag275.xml"/><Relationship Id="rId67" Type="http://schemas.openxmlformats.org/officeDocument/2006/relationships/tags" Target="../tags/tag274.xml"/><Relationship Id="rId66" Type="http://schemas.openxmlformats.org/officeDocument/2006/relationships/tags" Target="../tags/tag273.xml"/><Relationship Id="rId65" Type="http://schemas.openxmlformats.org/officeDocument/2006/relationships/tags" Target="../tags/tag272.xml"/><Relationship Id="rId64" Type="http://schemas.openxmlformats.org/officeDocument/2006/relationships/tags" Target="../tags/tag271.xml"/><Relationship Id="rId63" Type="http://schemas.openxmlformats.org/officeDocument/2006/relationships/tags" Target="../tags/tag270.xml"/><Relationship Id="rId62" Type="http://schemas.openxmlformats.org/officeDocument/2006/relationships/tags" Target="../tags/tag269.xml"/><Relationship Id="rId61" Type="http://schemas.openxmlformats.org/officeDocument/2006/relationships/tags" Target="../tags/tag268.xml"/><Relationship Id="rId60" Type="http://schemas.openxmlformats.org/officeDocument/2006/relationships/tags" Target="../tags/tag267.xml"/><Relationship Id="rId6" Type="http://schemas.openxmlformats.org/officeDocument/2006/relationships/tags" Target="../tags/tag213.xml"/><Relationship Id="rId59" Type="http://schemas.openxmlformats.org/officeDocument/2006/relationships/tags" Target="../tags/tag266.xml"/><Relationship Id="rId58" Type="http://schemas.openxmlformats.org/officeDocument/2006/relationships/tags" Target="../tags/tag265.xml"/><Relationship Id="rId57" Type="http://schemas.openxmlformats.org/officeDocument/2006/relationships/tags" Target="../tags/tag264.xml"/><Relationship Id="rId56" Type="http://schemas.openxmlformats.org/officeDocument/2006/relationships/tags" Target="../tags/tag263.xml"/><Relationship Id="rId55" Type="http://schemas.openxmlformats.org/officeDocument/2006/relationships/tags" Target="../tags/tag262.xml"/><Relationship Id="rId54" Type="http://schemas.openxmlformats.org/officeDocument/2006/relationships/tags" Target="../tags/tag261.xml"/><Relationship Id="rId53" Type="http://schemas.openxmlformats.org/officeDocument/2006/relationships/tags" Target="../tags/tag260.xml"/><Relationship Id="rId52" Type="http://schemas.openxmlformats.org/officeDocument/2006/relationships/tags" Target="../tags/tag259.xml"/><Relationship Id="rId51" Type="http://schemas.openxmlformats.org/officeDocument/2006/relationships/tags" Target="../tags/tag258.xml"/><Relationship Id="rId50" Type="http://schemas.openxmlformats.org/officeDocument/2006/relationships/tags" Target="../tags/tag257.xml"/><Relationship Id="rId5" Type="http://schemas.openxmlformats.org/officeDocument/2006/relationships/tags" Target="../tags/tag212.xml"/><Relationship Id="rId49" Type="http://schemas.openxmlformats.org/officeDocument/2006/relationships/tags" Target="../tags/tag256.xml"/><Relationship Id="rId48" Type="http://schemas.openxmlformats.org/officeDocument/2006/relationships/tags" Target="../tags/tag255.xml"/><Relationship Id="rId47" Type="http://schemas.openxmlformats.org/officeDocument/2006/relationships/tags" Target="../tags/tag254.xml"/><Relationship Id="rId46" Type="http://schemas.openxmlformats.org/officeDocument/2006/relationships/tags" Target="../tags/tag253.xml"/><Relationship Id="rId45" Type="http://schemas.openxmlformats.org/officeDocument/2006/relationships/tags" Target="../tags/tag252.xml"/><Relationship Id="rId44" Type="http://schemas.openxmlformats.org/officeDocument/2006/relationships/tags" Target="../tags/tag251.xml"/><Relationship Id="rId43" Type="http://schemas.openxmlformats.org/officeDocument/2006/relationships/tags" Target="../tags/tag250.xml"/><Relationship Id="rId42" Type="http://schemas.openxmlformats.org/officeDocument/2006/relationships/tags" Target="../tags/tag249.xml"/><Relationship Id="rId41" Type="http://schemas.openxmlformats.org/officeDocument/2006/relationships/tags" Target="../tags/tag248.xml"/><Relationship Id="rId40" Type="http://schemas.openxmlformats.org/officeDocument/2006/relationships/tags" Target="../tags/tag247.xml"/><Relationship Id="rId4" Type="http://schemas.openxmlformats.org/officeDocument/2006/relationships/tags" Target="../tags/tag211.xml"/><Relationship Id="rId39" Type="http://schemas.openxmlformats.org/officeDocument/2006/relationships/tags" Target="../tags/tag246.xml"/><Relationship Id="rId38" Type="http://schemas.openxmlformats.org/officeDocument/2006/relationships/tags" Target="../tags/tag245.xml"/><Relationship Id="rId37" Type="http://schemas.openxmlformats.org/officeDocument/2006/relationships/tags" Target="../tags/tag244.xml"/><Relationship Id="rId36" Type="http://schemas.openxmlformats.org/officeDocument/2006/relationships/tags" Target="../tags/tag243.xml"/><Relationship Id="rId35" Type="http://schemas.openxmlformats.org/officeDocument/2006/relationships/tags" Target="../tags/tag242.xml"/><Relationship Id="rId34" Type="http://schemas.openxmlformats.org/officeDocument/2006/relationships/tags" Target="../tags/tag241.xml"/><Relationship Id="rId33" Type="http://schemas.openxmlformats.org/officeDocument/2006/relationships/tags" Target="../tags/tag240.xml"/><Relationship Id="rId32" Type="http://schemas.openxmlformats.org/officeDocument/2006/relationships/tags" Target="../tags/tag239.xml"/><Relationship Id="rId31" Type="http://schemas.openxmlformats.org/officeDocument/2006/relationships/tags" Target="../tags/tag238.xml"/><Relationship Id="rId30" Type="http://schemas.openxmlformats.org/officeDocument/2006/relationships/tags" Target="../tags/tag237.xml"/><Relationship Id="rId3" Type="http://schemas.openxmlformats.org/officeDocument/2006/relationships/tags" Target="../tags/tag210.xml"/><Relationship Id="rId29" Type="http://schemas.openxmlformats.org/officeDocument/2006/relationships/tags" Target="../tags/tag236.xml"/><Relationship Id="rId28" Type="http://schemas.openxmlformats.org/officeDocument/2006/relationships/tags" Target="../tags/tag235.xml"/><Relationship Id="rId27" Type="http://schemas.openxmlformats.org/officeDocument/2006/relationships/tags" Target="../tags/tag234.xml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tags" Target="../tags/tag231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09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7" Type="http://schemas.openxmlformats.org/officeDocument/2006/relationships/slideLayout" Target="../slideLayouts/slideLayout1.xml"/><Relationship Id="rId136" Type="http://schemas.openxmlformats.org/officeDocument/2006/relationships/tags" Target="../tags/tag343.xml"/><Relationship Id="rId135" Type="http://schemas.openxmlformats.org/officeDocument/2006/relationships/tags" Target="../tags/tag342.xml"/><Relationship Id="rId134" Type="http://schemas.openxmlformats.org/officeDocument/2006/relationships/tags" Target="../tags/tag341.xml"/><Relationship Id="rId133" Type="http://schemas.openxmlformats.org/officeDocument/2006/relationships/tags" Target="../tags/tag340.xml"/><Relationship Id="rId132" Type="http://schemas.openxmlformats.org/officeDocument/2006/relationships/tags" Target="../tags/tag339.xml"/><Relationship Id="rId131" Type="http://schemas.openxmlformats.org/officeDocument/2006/relationships/tags" Target="../tags/tag338.xml"/><Relationship Id="rId130" Type="http://schemas.openxmlformats.org/officeDocument/2006/relationships/tags" Target="../tags/tag337.xml"/><Relationship Id="rId13" Type="http://schemas.openxmlformats.org/officeDocument/2006/relationships/tags" Target="../tags/tag220.xml"/><Relationship Id="rId129" Type="http://schemas.openxmlformats.org/officeDocument/2006/relationships/tags" Target="../tags/tag336.xml"/><Relationship Id="rId128" Type="http://schemas.openxmlformats.org/officeDocument/2006/relationships/tags" Target="../tags/tag335.xml"/><Relationship Id="rId127" Type="http://schemas.openxmlformats.org/officeDocument/2006/relationships/tags" Target="../tags/tag334.xml"/><Relationship Id="rId126" Type="http://schemas.openxmlformats.org/officeDocument/2006/relationships/tags" Target="../tags/tag333.xml"/><Relationship Id="rId125" Type="http://schemas.openxmlformats.org/officeDocument/2006/relationships/tags" Target="../tags/tag332.xml"/><Relationship Id="rId124" Type="http://schemas.openxmlformats.org/officeDocument/2006/relationships/tags" Target="../tags/tag331.xml"/><Relationship Id="rId123" Type="http://schemas.openxmlformats.org/officeDocument/2006/relationships/tags" Target="../tags/tag330.xml"/><Relationship Id="rId122" Type="http://schemas.openxmlformats.org/officeDocument/2006/relationships/tags" Target="../tags/tag329.xml"/><Relationship Id="rId121" Type="http://schemas.openxmlformats.org/officeDocument/2006/relationships/tags" Target="../tags/tag328.xml"/><Relationship Id="rId120" Type="http://schemas.openxmlformats.org/officeDocument/2006/relationships/tags" Target="../tags/tag327.xml"/><Relationship Id="rId12" Type="http://schemas.openxmlformats.org/officeDocument/2006/relationships/tags" Target="../tags/tag219.xml"/><Relationship Id="rId119" Type="http://schemas.openxmlformats.org/officeDocument/2006/relationships/tags" Target="../tags/tag326.xml"/><Relationship Id="rId118" Type="http://schemas.openxmlformats.org/officeDocument/2006/relationships/tags" Target="../tags/tag325.xml"/><Relationship Id="rId117" Type="http://schemas.openxmlformats.org/officeDocument/2006/relationships/tags" Target="../tags/tag324.xml"/><Relationship Id="rId116" Type="http://schemas.openxmlformats.org/officeDocument/2006/relationships/tags" Target="../tags/tag323.xml"/><Relationship Id="rId115" Type="http://schemas.openxmlformats.org/officeDocument/2006/relationships/tags" Target="../tags/tag322.xml"/><Relationship Id="rId114" Type="http://schemas.openxmlformats.org/officeDocument/2006/relationships/tags" Target="../tags/tag321.xml"/><Relationship Id="rId113" Type="http://schemas.openxmlformats.org/officeDocument/2006/relationships/tags" Target="../tags/tag320.xml"/><Relationship Id="rId112" Type="http://schemas.openxmlformats.org/officeDocument/2006/relationships/tags" Target="../tags/tag319.xml"/><Relationship Id="rId111" Type="http://schemas.openxmlformats.org/officeDocument/2006/relationships/tags" Target="../tags/tag318.xml"/><Relationship Id="rId110" Type="http://schemas.openxmlformats.org/officeDocument/2006/relationships/tags" Target="../tags/tag317.xml"/><Relationship Id="rId11" Type="http://schemas.openxmlformats.org/officeDocument/2006/relationships/tags" Target="../tags/tag218.xml"/><Relationship Id="rId109" Type="http://schemas.openxmlformats.org/officeDocument/2006/relationships/tags" Target="../tags/tag316.xml"/><Relationship Id="rId108" Type="http://schemas.openxmlformats.org/officeDocument/2006/relationships/tags" Target="../tags/tag315.xml"/><Relationship Id="rId107" Type="http://schemas.openxmlformats.org/officeDocument/2006/relationships/tags" Target="../tags/tag314.xml"/><Relationship Id="rId106" Type="http://schemas.openxmlformats.org/officeDocument/2006/relationships/tags" Target="../tags/tag313.xml"/><Relationship Id="rId105" Type="http://schemas.openxmlformats.org/officeDocument/2006/relationships/tags" Target="../tags/tag312.xml"/><Relationship Id="rId104" Type="http://schemas.openxmlformats.org/officeDocument/2006/relationships/tags" Target="../tags/tag311.xml"/><Relationship Id="rId103" Type="http://schemas.openxmlformats.org/officeDocument/2006/relationships/tags" Target="../tags/tag310.xml"/><Relationship Id="rId102" Type="http://schemas.openxmlformats.org/officeDocument/2006/relationships/tags" Target="../tags/tag309.xml"/><Relationship Id="rId101" Type="http://schemas.openxmlformats.org/officeDocument/2006/relationships/tags" Target="../tags/tag308.xml"/><Relationship Id="rId100" Type="http://schemas.openxmlformats.org/officeDocument/2006/relationships/tags" Target="../tags/tag307.xml"/><Relationship Id="rId10" Type="http://schemas.openxmlformats.org/officeDocument/2006/relationships/tags" Target="../tags/tag217.xml"/><Relationship Id="rId1" Type="http://schemas.openxmlformats.org/officeDocument/2006/relationships/tags" Target="../tags/tag20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46.xml"/><Relationship Id="rId29" Type="http://schemas.openxmlformats.org/officeDocument/2006/relationships/tags" Target="../tags/tag372.xml"/><Relationship Id="rId28" Type="http://schemas.openxmlformats.org/officeDocument/2006/relationships/tags" Target="../tags/tag371.xml"/><Relationship Id="rId27" Type="http://schemas.openxmlformats.org/officeDocument/2006/relationships/tags" Target="../tags/tag370.xml"/><Relationship Id="rId26" Type="http://schemas.openxmlformats.org/officeDocument/2006/relationships/tags" Target="../tags/tag369.xml"/><Relationship Id="rId25" Type="http://schemas.openxmlformats.org/officeDocument/2006/relationships/tags" Target="../tags/tag368.xml"/><Relationship Id="rId24" Type="http://schemas.openxmlformats.org/officeDocument/2006/relationships/tags" Target="../tags/tag367.xml"/><Relationship Id="rId23" Type="http://schemas.openxmlformats.org/officeDocument/2006/relationships/tags" Target="../tags/tag366.xml"/><Relationship Id="rId22" Type="http://schemas.openxmlformats.org/officeDocument/2006/relationships/tags" Target="../tags/tag365.xml"/><Relationship Id="rId21" Type="http://schemas.openxmlformats.org/officeDocument/2006/relationships/tags" Target="../tags/tag364.xml"/><Relationship Id="rId20" Type="http://schemas.openxmlformats.org/officeDocument/2006/relationships/tags" Target="../tags/tag363.xml"/><Relationship Id="rId2" Type="http://schemas.openxmlformats.org/officeDocument/2006/relationships/tags" Target="../tags/tag345.xml"/><Relationship Id="rId19" Type="http://schemas.openxmlformats.org/officeDocument/2006/relationships/tags" Target="../tags/tag362.xml"/><Relationship Id="rId18" Type="http://schemas.openxmlformats.org/officeDocument/2006/relationships/tags" Target="../tags/tag361.xml"/><Relationship Id="rId17" Type="http://schemas.openxmlformats.org/officeDocument/2006/relationships/tags" Target="../tags/tag360.xml"/><Relationship Id="rId16" Type="http://schemas.openxmlformats.org/officeDocument/2006/relationships/tags" Target="../tags/tag359.xml"/><Relationship Id="rId15" Type="http://schemas.openxmlformats.org/officeDocument/2006/relationships/tags" Target="../tags/tag358.xml"/><Relationship Id="rId14" Type="http://schemas.openxmlformats.org/officeDocument/2006/relationships/tags" Target="../tags/tag357.xml"/><Relationship Id="rId13" Type="http://schemas.openxmlformats.org/officeDocument/2006/relationships/tags" Target="../tags/tag356.xml"/><Relationship Id="rId12" Type="http://schemas.openxmlformats.org/officeDocument/2006/relationships/tags" Target="../tags/tag355.xml"/><Relationship Id="rId11" Type="http://schemas.openxmlformats.org/officeDocument/2006/relationships/tags" Target="../tags/tag354.xml"/><Relationship Id="rId10" Type="http://schemas.openxmlformats.org/officeDocument/2006/relationships/tags" Target="../tags/tag353.xml"/><Relationship Id="rId1" Type="http://schemas.openxmlformats.org/officeDocument/2006/relationships/tags" Target="../tags/tag34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8" Type="http://schemas.openxmlformats.org/officeDocument/2006/relationships/slideLayout" Target="../slideLayouts/slideLayout1.xml"/><Relationship Id="rId57" Type="http://schemas.openxmlformats.org/officeDocument/2006/relationships/tags" Target="../tags/tag429.xml"/><Relationship Id="rId56" Type="http://schemas.openxmlformats.org/officeDocument/2006/relationships/tags" Target="../tags/tag428.xml"/><Relationship Id="rId55" Type="http://schemas.openxmlformats.org/officeDocument/2006/relationships/tags" Target="../tags/tag427.xml"/><Relationship Id="rId54" Type="http://schemas.openxmlformats.org/officeDocument/2006/relationships/tags" Target="../tags/tag426.xml"/><Relationship Id="rId53" Type="http://schemas.openxmlformats.org/officeDocument/2006/relationships/tags" Target="../tags/tag425.xml"/><Relationship Id="rId52" Type="http://schemas.openxmlformats.org/officeDocument/2006/relationships/tags" Target="../tags/tag424.xml"/><Relationship Id="rId51" Type="http://schemas.openxmlformats.org/officeDocument/2006/relationships/tags" Target="../tags/tag423.xml"/><Relationship Id="rId50" Type="http://schemas.openxmlformats.org/officeDocument/2006/relationships/tags" Target="../tags/tag422.xml"/><Relationship Id="rId5" Type="http://schemas.openxmlformats.org/officeDocument/2006/relationships/tags" Target="../tags/tag377.xml"/><Relationship Id="rId49" Type="http://schemas.openxmlformats.org/officeDocument/2006/relationships/tags" Target="../tags/tag421.xml"/><Relationship Id="rId48" Type="http://schemas.openxmlformats.org/officeDocument/2006/relationships/tags" Target="../tags/tag420.xml"/><Relationship Id="rId47" Type="http://schemas.openxmlformats.org/officeDocument/2006/relationships/tags" Target="../tags/tag419.xml"/><Relationship Id="rId46" Type="http://schemas.openxmlformats.org/officeDocument/2006/relationships/tags" Target="../tags/tag418.xml"/><Relationship Id="rId45" Type="http://schemas.openxmlformats.org/officeDocument/2006/relationships/tags" Target="../tags/tag417.xml"/><Relationship Id="rId44" Type="http://schemas.openxmlformats.org/officeDocument/2006/relationships/tags" Target="../tags/tag416.xml"/><Relationship Id="rId43" Type="http://schemas.openxmlformats.org/officeDocument/2006/relationships/tags" Target="../tags/tag415.xml"/><Relationship Id="rId42" Type="http://schemas.openxmlformats.org/officeDocument/2006/relationships/tags" Target="../tags/tag414.xml"/><Relationship Id="rId41" Type="http://schemas.openxmlformats.org/officeDocument/2006/relationships/tags" Target="../tags/tag413.xml"/><Relationship Id="rId40" Type="http://schemas.openxmlformats.org/officeDocument/2006/relationships/tags" Target="../tags/tag412.xml"/><Relationship Id="rId4" Type="http://schemas.openxmlformats.org/officeDocument/2006/relationships/tags" Target="../tags/tag376.xml"/><Relationship Id="rId39" Type="http://schemas.openxmlformats.org/officeDocument/2006/relationships/tags" Target="../tags/tag411.xml"/><Relationship Id="rId38" Type="http://schemas.openxmlformats.org/officeDocument/2006/relationships/tags" Target="../tags/tag410.xml"/><Relationship Id="rId37" Type="http://schemas.openxmlformats.org/officeDocument/2006/relationships/tags" Target="../tags/tag409.xml"/><Relationship Id="rId36" Type="http://schemas.openxmlformats.org/officeDocument/2006/relationships/tags" Target="../tags/tag408.xml"/><Relationship Id="rId35" Type="http://schemas.openxmlformats.org/officeDocument/2006/relationships/tags" Target="../tags/tag407.xml"/><Relationship Id="rId34" Type="http://schemas.openxmlformats.org/officeDocument/2006/relationships/tags" Target="../tags/tag406.xml"/><Relationship Id="rId33" Type="http://schemas.openxmlformats.org/officeDocument/2006/relationships/tags" Target="../tags/tag405.xml"/><Relationship Id="rId32" Type="http://schemas.openxmlformats.org/officeDocument/2006/relationships/tags" Target="../tags/tag404.xml"/><Relationship Id="rId31" Type="http://schemas.openxmlformats.org/officeDocument/2006/relationships/tags" Target="../tags/tag403.xml"/><Relationship Id="rId30" Type="http://schemas.openxmlformats.org/officeDocument/2006/relationships/tags" Target="../tags/tag402.xml"/><Relationship Id="rId3" Type="http://schemas.openxmlformats.org/officeDocument/2006/relationships/tags" Target="../tags/tag375.xml"/><Relationship Id="rId29" Type="http://schemas.openxmlformats.org/officeDocument/2006/relationships/tags" Target="../tags/tag401.xml"/><Relationship Id="rId28" Type="http://schemas.openxmlformats.org/officeDocument/2006/relationships/tags" Target="../tags/tag400.xml"/><Relationship Id="rId27" Type="http://schemas.openxmlformats.org/officeDocument/2006/relationships/tags" Target="../tags/tag399.xml"/><Relationship Id="rId26" Type="http://schemas.openxmlformats.org/officeDocument/2006/relationships/tags" Target="../tags/tag398.xml"/><Relationship Id="rId25" Type="http://schemas.openxmlformats.org/officeDocument/2006/relationships/tags" Target="../tags/tag397.xml"/><Relationship Id="rId24" Type="http://schemas.openxmlformats.org/officeDocument/2006/relationships/tags" Target="../tags/tag396.xml"/><Relationship Id="rId23" Type="http://schemas.openxmlformats.org/officeDocument/2006/relationships/tags" Target="../tags/tag395.xml"/><Relationship Id="rId22" Type="http://schemas.openxmlformats.org/officeDocument/2006/relationships/tags" Target="../tags/tag394.xml"/><Relationship Id="rId21" Type="http://schemas.openxmlformats.org/officeDocument/2006/relationships/tags" Target="../tags/tag393.xml"/><Relationship Id="rId20" Type="http://schemas.openxmlformats.org/officeDocument/2006/relationships/tags" Target="../tags/tag392.xml"/><Relationship Id="rId2" Type="http://schemas.openxmlformats.org/officeDocument/2006/relationships/tags" Target="../tags/tag374.xml"/><Relationship Id="rId19" Type="http://schemas.openxmlformats.org/officeDocument/2006/relationships/tags" Target="../tags/tag391.xml"/><Relationship Id="rId18" Type="http://schemas.openxmlformats.org/officeDocument/2006/relationships/tags" Target="../tags/tag390.xml"/><Relationship Id="rId17" Type="http://schemas.openxmlformats.org/officeDocument/2006/relationships/tags" Target="../tags/tag389.xml"/><Relationship Id="rId16" Type="http://schemas.openxmlformats.org/officeDocument/2006/relationships/tags" Target="../tags/tag388.xml"/><Relationship Id="rId15" Type="http://schemas.openxmlformats.org/officeDocument/2006/relationships/tags" Target="../tags/tag387.xml"/><Relationship Id="rId14" Type="http://schemas.openxmlformats.org/officeDocument/2006/relationships/tags" Target="../tags/tag386.xml"/><Relationship Id="rId13" Type="http://schemas.openxmlformats.org/officeDocument/2006/relationships/tags" Target="../tags/tag385.xml"/><Relationship Id="rId12" Type="http://schemas.openxmlformats.org/officeDocument/2006/relationships/tags" Target="../tags/tag384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tags" Target="../tags/tag3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8" Type="http://schemas.openxmlformats.org/officeDocument/2006/relationships/slideLayout" Target="../slideLayouts/slideLayout1.xml"/><Relationship Id="rId57" Type="http://schemas.openxmlformats.org/officeDocument/2006/relationships/tags" Target="../tags/tag486.xml"/><Relationship Id="rId56" Type="http://schemas.openxmlformats.org/officeDocument/2006/relationships/tags" Target="../tags/tag485.xml"/><Relationship Id="rId55" Type="http://schemas.openxmlformats.org/officeDocument/2006/relationships/tags" Target="../tags/tag484.xml"/><Relationship Id="rId54" Type="http://schemas.openxmlformats.org/officeDocument/2006/relationships/tags" Target="../tags/tag483.xml"/><Relationship Id="rId53" Type="http://schemas.openxmlformats.org/officeDocument/2006/relationships/tags" Target="../tags/tag482.xml"/><Relationship Id="rId52" Type="http://schemas.openxmlformats.org/officeDocument/2006/relationships/tags" Target="../tags/tag481.xml"/><Relationship Id="rId51" Type="http://schemas.openxmlformats.org/officeDocument/2006/relationships/tags" Target="../tags/tag480.xml"/><Relationship Id="rId50" Type="http://schemas.openxmlformats.org/officeDocument/2006/relationships/tags" Target="../tags/tag479.xml"/><Relationship Id="rId5" Type="http://schemas.openxmlformats.org/officeDocument/2006/relationships/tags" Target="../tags/tag434.xml"/><Relationship Id="rId49" Type="http://schemas.openxmlformats.org/officeDocument/2006/relationships/tags" Target="../tags/tag478.xml"/><Relationship Id="rId48" Type="http://schemas.openxmlformats.org/officeDocument/2006/relationships/tags" Target="../tags/tag477.xml"/><Relationship Id="rId47" Type="http://schemas.openxmlformats.org/officeDocument/2006/relationships/tags" Target="../tags/tag476.xml"/><Relationship Id="rId46" Type="http://schemas.openxmlformats.org/officeDocument/2006/relationships/tags" Target="../tags/tag475.xml"/><Relationship Id="rId45" Type="http://schemas.openxmlformats.org/officeDocument/2006/relationships/tags" Target="../tags/tag474.xml"/><Relationship Id="rId44" Type="http://schemas.openxmlformats.org/officeDocument/2006/relationships/tags" Target="../tags/tag473.xml"/><Relationship Id="rId43" Type="http://schemas.openxmlformats.org/officeDocument/2006/relationships/tags" Target="../tags/tag472.xml"/><Relationship Id="rId42" Type="http://schemas.openxmlformats.org/officeDocument/2006/relationships/tags" Target="../tags/tag471.xml"/><Relationship Id="rId41" Type="http://schemas.openxmlformats.org/officeDocument/2006/relationships/tags" Target="../tags/tag470.xml"/><Relationship Id="rId40" Type="http://schemas.openxmlformats.org/officeDocument/2006/relationships/tags" Target="../tags/tag469.xml"/><Relationship Id="rId4" Type="http://schemas.openxmlformats.org/officeDocument/2006/relationships/tags" Target="../tags/tag433.xml"/><Relationship Id="rId39" Type="http://schemas.openxmlformats.org/officeDocument/2006/relationships/tags" Target="../tags/tag468.xml"/><Relationship Id="rId38" Type="http://schemas.openxmlformats.org/officeDocument/2006/relationships/tags" Target="../tags/tag467.xml"/><Relationship Id="rId37" Type="http://schemas.openxmlformats.org/officeDocument/2006/relationships/tags" Target="../tags/tag466.xml"/><Relationship Id="rId36" Type="http://schemas.openxmlformats.org/officeDocument/2006/relationships/tags" Target="../tags/tag465.xml"/><Relationship Id="rId35" Type="http://schemas.openxmlformats.org/officeDocument/2006/relationships/tags" Target="../tags/tag464.xml"/><Relationship Id="rId34" Type="http://schemas.openxmlformats.org/officeDocument/2006/relationships/tags" Target="../tags/tag463.xml"/><Relationship Id="rId33" Type="http://schemas.openxmlformats.org/officeDocument/2006/relationships/tags" Target="../tags/tag462.xml"/><Relationship Id="rId32" Type="http://schemas.openxmlformats.org/officeDocument/2006/relationships/tags" Target="../tags/tag461.xml"/><Relationship Id="rId31" Type="http://schemas.openxmlformats.org/officeDocument/2006/relationships/tags" Target="../tags/tag460.xml"/><Relationship Id="rId30" Type="http://schemas.openxmlformats.org/officeDocument/2006/relationships/tags" Target="../tags/tag459.xml"/><Relationship Id="rId3" Type="http://schemas.openxmlformats.org/officeDocument/2006/relationships/tags" Target="../tags/tag432.xml"/><Relationship Id="rId29" Type="http://schemas.openxmlformats.org/officeDocument/2006/relationships/tags" Target="../tags/tag458.xml"/><Relationship Id="rId28" Type="http://schemas.openxmlformats.org/officeDocument/2006/relationships/tags" Target="../tags/tag457.xml"/><Relationship Id="rId27" Type="http://schemas.openxmlformats.org/officeDocument/2006/relationships/tags" Target="../tags/tag456.xml"/><Relationship Id="rId26" Type="http://schemas.openxmlformats.org/officeDocument/2006/relationships/tags" Target="../tags/tag455.xml"/><Relationship Id="rId25" Type="http://schemas.openxmlformats.org/officeDocument/2006/relationships/tags" Target="../tags/tag454.xml"/><Relationship Id="rId24" Type="http://schemas.openxmlformats.org/officeDocument/2006/relationships/tags" Target="../tags/tag453.xml"/><Relationship Id="rId23" Type="http://schemas.openxmlformats.org/officeDocument/2006/relationships/tags" Target="../tags/tag452.xml"/><Relationship Id="rId22" Type="http://schemas.openxmlformats.org/officeDocument/2006/relationships/tags" Target="../tags/tag451.xml"/><Relationship Id="rId21" Type="http://schemas.openxmlformats.org/officeDocument/2006/relationships/tags" Target="../tags/tag450.xml"/><Relationship Id="rId20" Type="http://schemas.openxmlformats.org/officeDocument/2006/relationships/tags" Target="../tags/tag449.xml"/><Relationship Id="rId2" Type="http://schemas.openxmlformats.org/officeDocument/2006/relationships/tags" Target="../tags/tag431.xml"/><Relationship Id="rId19" Type="http://schemas.openxmlformats.org/officeDocument/2006/relationships/tags" Target="../tags/tag448.xml"/><Relationship Id="rId18" Type="http://schemas.openxmlformats.org/officeDocument/2006/relationships/tags" Target="../tags/tag447.xml"/><Relationship Id="rId17" Type="http://schemas.openxmlformats.org/officeDocument/2006/relationships/tags" Target="../tags/tag446.xml"/><Relationship Id="rId16" Type="http://schemas.openxmlformats.org/officeDocument/2006/relationships/tags" Target="../tags/tag445.xml"/><Relationship Id="rId15" Type="http://schemas.openxmlformats.org/officeDocument/2006/relationships/tags" Target="../tags/tag444.xml"/><Relationship Id="rId14" Type="http://schemas.openxmlformats.org/officeDocument/2006/relationships/tags" Target="../tags/tag443.xml"/><Relationship Id="rId13" Type="http://schemas.openxmlformats.org/officeDocument/2006/relationships/tags" Target="../tags/tag442.xml"/><Relationship Id="rId12" Type="http://schemas.openxmlformats.org/officeDocument/2006/relationships/tags" Target="../tags/tag441.xml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tags" Target="../tags/tag43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89.xml"/><Relationship Id="rId3" Type="http://schemas.openxmlformats.org/officeDocument/2006/relationships/tags" Target="../tags/tag488.xml"/><Relationship Id="rId2" Type="http://schemas.openxmlformats.org/officeDocument/2006/relationships/image" Target="../media/image1.png"/><Relationship Id="rId1" Type="http://schemas.openxmlformats.org/officeDocument/2006/relationships/tags" Target="../tags/tag48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491.xml"/><Relationship Id="rId2" Type="http://schemas.openxmlformats.org/officeDocument/2006/relationships/image" Target="../media/image2.png"/><Relationship Id="rId1" Type="http://schemas.openxmlformats.org/officeDocument/2006/relationships/tags" Target="../tags/tag49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94.xml"/><Relationship Id="rId3" Type="http://schemas.openxmlformats.org/officeDocument/2006/relationships/tags" Target="../tags/tag493.xml"/><Relationship Id="rId2" Type="http://schemas.openxmlformats.org/officeDocument/2006/relationships/image" Target="../media/image4.png"/><Relationship Id="rId1" Type="http://schemas.openxmlformats.org/officeDocument/2006/relationships/tags" Target="../tags/tag49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496.xml"/><Relationship Id="rId2" Type="http://schemas.openxmlformats.org/officeDocument/2006/relationships/image" Target="../media/image5.png"/><Relationship Id="rId1" Type="http://schemas.openxmlformats.org/officeDocument/2006/relationships/tags" Target="../tags/tag49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4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立方体 42"/>
          <p:cNvSpPr/>
          <p:nvPr/>
        </p:nvSpPr>
        <p:spPr>
          <a:xfrm>
            <a:off x="476250" y="3949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立方体 43"/>
          <p:cNvSpPr/>
          <p:nvPr>
            <p:custDataLst>
              <p:tags r:id="rId1"/>
            </p:custDataLst>
          </p:nvPr>
        </p:nvSpPr>
        <p:spPr>
          <a:xfrm>
            <a:off x="608965" y="3949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立方体 44"/>
          <p:cNvSpPr/>
          <p:nvPr>
            <p:custDataLst>
              <p:tags r:id="rId2"/>
            </p:custDataLst>
          </p:nvPr>
        </p:nvSpPr>
        <p:spPr>
          <a:xfrm>
            <a:off x="735965" y="3949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立方体 45"/>
          <p:cNvSpPr/>
          <p:nvPr>
            <p:custDataLst>
              <p:tags r:id="rId3"/>
            </p:custDataLst>
          </p:nvPr>
        </p:nvSpPr>
        <p:spPr>
          <a:xfrm>
            <a:off x="868680" y="3949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立方体 54"/>
          <p:cNvSpPr/>
          <p:nvPr>
            <p:custDataLst>
              <p:tags r:id="rId4"/>
            </p:custDataLst>
          </p:nvPr>
        </p:nvSpPr>
        <p:spPr>
          <a:xfrm>
            <a:off x="1454785" y="15557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立方体 55"/>
          <p:cNvSpPr/>
          <p:nvPr>
            <p:custDataLst>
              <p:tags r:id="rId5"/>
            </p:custDataLst>
          </p:nvPr>
        </p:nvSpPr>
        <p:spPr>
          <a:xfrm>
            <a:off x="1587500" y="15557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立方体 56"/>
          <p:cNvSpPr/>
          <p:nvPr>
            <p:custDataLst>
              <p:tags r:id="rId6"/>
            </p:custDataLst>
          </p:nvPr>
        </p:nvSpPr>
        <p:spPr>
          <a:xfrm>
            <a:off x="1714500" y="15557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立方体 57"/>
          <p:cNvSpPr/>
          <p:nvPr>
            <p:custDataLst>
              <p:tags r:id="rId7"/>
            </p:custDataLst>
          </p:nvPr>
        </p:nvSpPr>
        <p:spPr>
          <a:xfrm>
            <a:off x="1847215" y="15557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立方体 58"/>
          <p:cNvSpPr/>
          <p:nvPr>
            <p:custDataLst>
              <p:tags r:id="rId8"/>
            </p:custDataLst>
          </p:nvPr>
        </p:nvSpPr>
        <p:spPr>
          <a:xfrm>
            <a:off x="1454785" y="13925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立方体 59"/>
          <p:cNvSpPr/>
          <p:nvPr>
            <p:custDataLst>
              <p:tags r:id="rId9"/>
            </p:custDataLst>
          </p:nvPr>
        </p:nvSpPr>
        <p:spPr>
          <a:xfrm>
            <a:off x="1587500" y="13925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立方体 60"/>
          <p:cNvSpPr/>
          <p:nvPr>
            <p:custDataLst>
              <p:tags r:id="rId10"/>
            </p:custDataLst>
          </p:nvPr>
        </p:nvSpPr>
        <p:spPr>
          <a:xfrm>
            <a:off x="1714500" y="13925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立方体 61"/>
          <p:cNvSpPr/>
          <p:nvPr>
            <p:custDataLst>
              <p:tags r:id="rId11"/>
            </p:custDataLst>
          </p:nvPr>
        </p:nvSpPr>
        <p:spPr>
          <a:xfrm>
            <a:off x="1847215" y="13925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立方体 62"/>
          <p:cNvSpPr/>
          <p:nvPr>
            <p:custDataLst>
              <p:tags r:id="rId12"/>
            </p:custDataLst>
          </p:nvPr>
        </p:nvSpPr>
        <p:spPr>
          <a:xfrm>
            <a:off x="1454785" y="12319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立方体 63"/>
          <p:cNvSpPr/>
          <p:nvPr>
            <p:custDataLst>
              <p:tags r:id="rId13"/>
            </p:custDataLst>
          </p:nvPr>
        </p:nvSpPr>
        <p:spPr>
          <a:xfrm>
            <a:off x="1587500" y="12319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立方体 64"/>
          <p:cNvSpPr/>
          <p:nvPr>
            <p:custDataLst>
              <p:tags r:id="rId14"/>
            </p:custDataLst>
          </p:nvPr>
        </p:nvSpPr>
        <p:spPr>
          <a:xfrm>
            <a:off x="1714500" y="12319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立方体 65"/>
          <p:cNvSpPr/>
          <p:nvPr>
            <p:custDataLst>
              <p:tags r:id="rId15"/>
            </p:custDataLst>
          </p:nvPr>
        </p:nvSpPr>
        <p:spPr>
          <a:xfrm>
            <a:off x="1847215" y="12319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立方体 99"/>
          <p:cNvSpPr/>
          <p:nvPr>
            <p:custDataLst>
              <p:tags r:id="rId16"/>
            </p:custDataLst>
          </p:nvPr>
        </p:nvSpPr>
        <p:spPr>
          <a:xfrm>
            <a:off x="2117090" y="7391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立方体 100"/>
          <p:cNvSpPr/>
          <p:nvPr>
            <p:custDataLst>
              <p:tags r:id="rId17"/>
            </p:custDataLst>
          </p:nvPr>
        </p:nvSpPr>
        <p:spPr>
          <a:xfrm>
            <a:off x="2249805" y="7391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立方体 101"/>
          <p:cNvSpPr/>
          <p:nvPr>
            <p:custDataLst>
              <p:tags r:id="rId18"/>
            </p:custDataLst>
          </p:nvPr>
        </p:nvSpPr>
        <p:spPr>
          <a:xfrm>
            <a:off x="2376805" y="7391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立方体 102"/>
          <p:cNvSpPr/>
          <p:nvPr>
            <p:custDataLst>
              <p:tags r:id="rId19"/>
            </p:custDataLst>
          </p:nvPr>
        </p:nvSpPr>
        <p:spPr>
          <a:xfrm>
            <a:off x="2509520" y="7391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立方体 115"/>
          <p:cNvSpPr/>
          <p:nvPr>
            <p:custDataLst>
              <p:tags r:id="rId20"/>
            </p:custDataLst>
          </p:nvPr>
        </p:nvSpPr>
        <p:spPr>
          <a:xfrm>
            <a:off x="2117090" y="58483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立方体 116"/>
          <p:cNvSpPr/>
          <p:nvPr>
            <p:custDataLst>
              <p:tags r:id="rId21"/>
            </p:custDataLst>
          </p:nvPr>
        </p:nvSpPr>
        <p:spPr>
          <a:xfrm>
            <a:off x="2249805" y="58483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立方体 117"/>
          <p:cNvSpPr/>
          <p:nvPr>
            <p:custDataLst>
              <p:tags r:id="rId22"/>
            </p:custDataLst>
          </p:nvPr>
        </p:nvSpPr>
        <p:spPr>
          <a:xfrm>
            <a:off x="2376805" y="58483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立方体 118"/>
          <p:cNvSpPr/>
          <p:nvPr>
            <p:custDataLst>
              <p:tags r:id="rId23"/>
            </p:custDataLst>
          </p:nvPr>
        </p:nvSpPr>
        <p:spPr>
          <a:xfrm>
            <a:off x="2509520" y="58483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立方体 119"/>
          <p:cNvSpPr/>
          <p:nvPr>
            <p:custDataLst>
              <p:tags r:id="rId24"/>
            </p:custDataLst>
          </p:nvPr>
        </p:nvSpPr>
        <p:spPr>
          <a:xfrm>
            <a:off x="2122805" y="43688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立方体 120"/>
          <p:cNvSpPr/>
          <p:nvPr>
            <p:custDataLst>
              <p:tags r:id="rId25"/>
            </p:custDataLst>
          </p:nvPr>
        </p:nvSpPr>
        <p:spPr>
          <a:xfrm>
            <a:off x="2255520" y="43688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立方体 121"/>
          <p:cNvSpPr/>
          <p:nvPr>
            <p:custDataLst>
              <p:tags r:id="rId26"/>
            </p:custDataLst>
          </p:nvPr>
        </p:nvSpPr>
        <p:spPr>
          <a:xfrm>
            <a:off x="2382520" y="43688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立方体 122"/>
          <p:cNvSpPr/>
          <p:nvPr>
            <p:custDataLst>
              <p:tags r:id="rId27"/>
            </p:custDataLst>
          </p:nvPr>
        </p:nvSpPr>
        <p:spPr>
          <a:xfrm>
            <a:off x="2515235" y="43688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立方体 123"/>
          <p:cNvSpPr/>
          <p:nvPr>
            <p:custDataLst>
              <p:tags r:id="rId28"/>
            </p:custDataLst>
          </p:nvPr>
        </p:nvSpPr>
        <p:spPr>
          <a:xfrm>
            <a:off x="2125345" y="29527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立方体 124"/>
          <p:cNvSpPr/>
          <p:nvPr>
            <p:custDataLst>
              <p:tags r:id="rId29"/>
            </p:custDataLst>
          </p:nvPr>
        </p:nvSpPr>
        <p:spPr>
          <a:xfrm>
            <a:off x="2258060" y="29527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立方体 125"/>
          <p:cNvSpPr/>
          <p:nvPr>
            <p:custDataLst>
              <p:tags r:id="rId30"/>
            </p:custDataLst>
          </p:nvPr>
        </p:nvSpPr>
        <p:spPr>
          <a:xfrm>
            <a:off x="2385060" y="29527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立方体 126"/>
          <p:cNvSpPr/>
          <p:nvPr>
            <p:custDataLst>
              <p:tags r:id="rId31"/>
            </p:custDataLst>
          </p:nvPr>
        </p:nvSpPr>
        <p:spPr>
          <a:xfrm>
            <a:off x="2517775" y="29527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圆角矩形 127"/>
          <p:cNvSpPr/>
          <p:nvPr/>
        </p:nvSpPr>
        <p:spPr>
          <a:xfrm>
            <a:off x="1249680" y="370840"/>
            <a:ext cx="454660" cy="2197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9" name="文本框 128"/>
          <p:cNvSpPr txBox="1"/>
          <p:nvPr>
            <p:custDataLst>
              <p:tags r:id="rId32"/>
            </p:custDataLst>
          </p:nvPr>
        </p:nvSpPr>
        <p:spPr>
          <a:xfrm>
            <a:off x="1275080" y="370840"/>
            <a:ext cx="5588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Tile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31" name="圆角矩形 130"/>
          <p:cNvSpPr/>
          <p:nvPr>
            <p:custDataLst>
              <p:tags r:id="rId33"/>
            </p:custDataLst>
          </p:nvPr>
        </p:nvSpPr>
        <p:spPr>
          <a:xfrm>
            <a:off x="2941955" y="396240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>
            <p:custDataLst>
              <p:tags r:id="rId34"/>
            </p:custDataLst>
          </p:nvPr>
        </p:nvSpPr>
        <p:spPr>
          <a:xfrm>
            <a:off x="2897505" y="396240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33" name="立方体 132"/>
          <p:cNvSpPr/>
          <p:nvPr>
            <p:custDataLst>
              <p:tags r:id="rId35"/>
            </p:custDataLst>
          </p:nvPr>
        </p:nvSpPr>
        <p:spPr>
          <a:xfrm>
            <a:off x="3656965" y="7391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立方体 133"/>
          <p:cNvSpPr/>
          <p:nvPr>
            <p:custDataLst>
              <p:tags r:id="rId36"/>
            </p:custDataLst>
          </p:nvPr>
        </p:nvSpPr>
        <p:spPr>
          <a:xfrm>
            <a:off x="3789680" y="7391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立方体 134"/>
          <p:cNvSpPr/>
          <p:nvPr>
            <p:custDataLst>
              <p:tags r:id="rId37"/>
            </p:custDataLst>
          </p:nvPr>
        </p:nvSpPr>
        <p:spPr>
          <a:xfrm>
            <a:off x="3916680" y="7391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立方体 135"/>
          <p:cNvSpPr/>
          <p:nvPr>
            <p:custDataLst>
              <p:tags r:id="rId38"/>
            </p:custDataLst>
          </p:nvPr>
        </p:nvSpPr>
        <p:spPr>
          <a:xfrm>
            <a:off x="4049395" y="7391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立方体 136"/>
          <p:cNvSpPr/>
          <p:nvPr>
            <p:custDataLst>
              <p:tags r:id="rId39"/>
            </p:custDataLst>
          </p:nvPr>
        </p:nvSpPr>
        <p:spPr>
          <a:xfrm>
            <a:off x="3656965" y="584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立方体 137"/>
          <p:cNvSpPr/>
          <p:nvPr>
            <p:custDataLst>
              <p:tags r:id="rId40"/>
            </p:custDataLst>
          </p:nvPr>
        </p:nvSpPr>
        <p:spPr>
          <a:xfrm>
            <a:off x="3789680" y="584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立方体 138"/>
          <p:cNvSpPr/>
          <p:nvPr>
            <p:custDataLst>
              <p:tags r:id="rId41"/>
            </p:custDataLst>
          </p:nvPr>
        </p:nvSpPr>
        <p:spPr>
          <a:xfrm>
            <a:off x="3916680" y="584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立方体 139"/>
          <p:cNvSpPr/>
          <p:nvPr>
            <p:custDataLst>
              <p:tags r:id="rId42"/>
            </p:custDataLst>
          </p:nvPr>
        </p:nvSpPr>
        <p:spPr>
          <a:xfrm>
            <a:off x="4049395" y="584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立方体 140"/>
          <p:cNvSpPr/>
          <p:nvPr>
            <p:custDataLst>
              <p:tags r:id="rId43"/>
            </p:custDataLst>
          </p:nvPr>
        </p:nvSpPr>
        <p:spPr>
          <a:xfrm>
            <a:off x="3662680" y="43688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立方体 141"/>
          <p:cNvSpPr/>
          <p:nvPr>
            <p:custDataLst>
              <p:tags r:id="rId44"/>
            </p:custDataLst>
          </p:nvPr>
        </p:nvSpPr>
        <p:spPr>
          <a:xfrm>
            <a:off x="3795395" y="43688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立方体 142"/>
          <p:cNvSpPr/>
          <p:nvPr>
            <p:custDataLst>
              <p:tags r:id="rId45"/>
            </p:custDataLst>
          </p:nvPr>
        </p:nvSpPr>
        <p:spPr>
          <a:xfrm>
            <a:off x="3922395" y="43688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立方体 143"/>
          <p:cNvSpPr/>
          <p:nvPr>
            <p:custDataLst>
              <p:tags r:id="rId46"/>
            </p:custDataLst>
          </p:nvPr>
        </p:nvSpPr>
        <p:spPr>
          <a:xfrm>
            <a:off x="4055110" y="43688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立方体 144"/>
          <p:cNvSpPr/>
          <p:nvPr>
            <p:custDataLst>
              <p:tags r:id="rId47"/>
            </p:custDataLst>
          </p:nvPr>
        </p:nvSpPr>
        <p:spPr>
          <a:xfrm>
            <a:off x="3665220" y="2952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立方体 145"/>
          <p:cNvSpPr/>
          <p:nvPr>
            <p:custDataLst>
              <p:tags r:id="rId48"/>
            </p:custDataLst>
          </p:nvPr>
        </p:nvSpPr>
        <p:spPr>
          <a:xfrm>
            <a:off x="3797935" y="2952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立方体 146"/>
          <p:cNvSpPr/>
          <p:nvPr>
            <p:custDataLst>
              <p:tags r:id="rId49"/>
            </p:custDataLst>
          </p:nvPr>
        </p:nvSpPr>
        <p:spPr>
          <a:xfrm>
            <a:off x="3924935" y="2952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立方体 147"/>
          <p:cNvSpPr/>
          <p:nvPr>
            <p:custDataLst>
              <p:tags r:id="rId50"/>
            </p:custDataLst>
          </p:nvPr>
        </p:nvSpPr>
        <p:spPr>
          <a:xfrm>
            <a:off x="4057650" y="2952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立方体 154"/>
          <p:cNvSpPr/>
          <p:nvPr>
            <p:custDataLst>
              <p:tags r:id="rId51"/>
            </p:custDataLst>
          </p:nvPr>
        </p:nvSpPr>
        <p:spPr>
          <a:xfrm>
            <a:off x="2960370" y="15367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6" name="立方体 155"/>
          <p:cNvSpPr/>
          <p:nvPr>
            <p:custDataLst>
              <p:tags r:id="rId52"/>
            </p:custDataLst>
          </p:nvPr>
        </p:nvSpPr>
        <p:spPr>
          <a:xfrm>
            <a:off x="3093085" y="15367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立方体 156"/>
          <p:cNvSpPr/>
          <p:nvPr>
            <p:custDataLst>
              <p:tags r:id="rId53"/>
            </p:custDataLst>
          </p:nvPr>
        </p:nvSpPr>
        <p:spPr>
          <a:xfrm>
            <a:off x="3220085" y="15367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立方体 157"/>
          <p:cNvSpPr/>
          <p:nvPr>
            <p:custDataLst>
              <p:tags r:id="rId54"/>
            </p:custDataLst>
          </p:nvPr>
        </p:nvSpPr>
        <p:spPr>
          <a:xfrm>
            <a:off x="3352800" y="15367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9" name="立方体 158"/>
          <p:cNvSpPr/>
          <p:nvPr>
            <p:custDataLst>
              <p:tags r:id="rId55"/>
            </p:custDataLst>
          </p:nvPr>
        </p:nvSpPr>
        <p:spPr>
          <a:xfrm>
            <a:off x="2960370" y="13735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立方体 159"/>
          <p:cNvSpPr/>
          <p:nvPr>
            <p:custDataLst>
              <p:tags r:id="rId56"/>
            </p:custDataLst>
          </p:nvPr>
        </p:nvSpPr>
        <p:spPr>
          <a:xfrm>
            <a:off x="3093085" y="13735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立方体 160"/>
          <p:cNvSpPr/>
          <p:nvPr>
            <p:custDataLst>
              <p:tags r:id="rId57"/>
            </p:custDataLst>
          </p:nvPr>
        </p:nvSpPr>
        <p:spPr>
          <a:xfrm>
            <a:off x="3220085" y="13735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立方体 161"/>
          <p:cNvSpPr/>
          <p:nvPr>
            <p:custDataLst>
              <p:tags r:id="rId58"/>
            </p:custDataLst>
          </p:nvPr>
        </p:nvSpPr>
        <p:spPr>
          <a:xfrm>
            <a:off x="3352800" y="13735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立方体 162"/>
          <p:cNvSpPr/>
          <p:nvPr>
            <p:custDataLst>
              <p:tags r:id="rId59"/>
            </p:custDataLst>
          </p:nvPr>
        </p:nvSpPr>
        <p:spPr>
          <a:xfrm>
            <a:off x="2960370" y="12128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立方体 163"/>
          <p:cNvSpPr/>
          <p:nvPr>
            <p:custDataLst>
              <p:tags r:id="rId60"/>
            </p:custDataLst>
          </p:nvPr>
        </p:nvSpPr>
        <p:spPr>
          <a:xfrm>
            <a:off x="3093085" y="12128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立方体 164"/>
          <p:cNvSpPr/>
          <p:nvPr>
            <p:custDataLst>
              <p:tags r:id="rId61"/>
            </p:custDataLst>
          </p:nvPr>
        </p:nvSpPr>
        <p:spPr>
          <a:xfrm>
            <a:off x="3220085" y="12128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立方体 165"/>
          <p:cNvSpPr/>
          <p:nvPr>
            <p:custDataLst>
              <p:tags r:id="rId62"/>
            </p:custDataLst>
          </p:nvPr>
        </p:nvSpPr>
        <p:spPr>
          <a:xfrm>
            <a:off x="3352800" y="12128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圆角矩形 166"/>
          <p:cNvSpPr/>
          <p:nvPr>
            <p:custDataLst>
              <p:tags r:id="rId63"/>
            </p:custDataLst>
          </p:nvPr>
        </p:nvSpPr>
        <p:spPr>
          <a:xfrm>
            <a:off x="4093845" y="1024255"/>
            <a:ext cx="514985" cy="2451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文本框 167"/>
          <p:cNvSpPr txBox="1"/>
          <p:nvPr>
            <p:custDataLst>
              <p:tags r:id="rId64"/>
            </p:custDataLst>
          </p:nvPr>
        </p:nvSpPr>
        <p:spPr>
          <a:xfrm>
            <a:off x="4049395" y="102425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concat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73" name="立方体 172"/>
          <p:cNvSpPr/>
          <p:nvPr>
            <p:custDataLst>
              <p:tags r:id="rId65"/>
            </p:custDataLst>
          </p:nvPr>
        </p:nvSpPr>
        <p:spPr>
          <a:xfrm>
            <a:off x="4838065" y="10013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4" name="立方体 173"/>
          <p:cNvSpPr/>
          <p:nvPr>
            <p:custDataLst>
              <p:tags r:id="rId66"/>
            </p:custDataLst>
          </p:nvPr>
        </p:nvSpPr>
        <p:spPr>
          <a:xfrm>
            <a:off x="4970780" y="10013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立方体 174"/>
          <p:cNvSpPr/>
          <p:nvPr>
            <p:custDataLst>
              <p:tags r:id="rId67"/>
            </p:custDataLst>
          </p:nvPr>
        </p:nvSpPr>
        <p:spPr>
          <a:xfrm>
            <a:off x="5097780" y="10013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6" name="立方体 175"/>
          <p:cNvSpPr/>
          <p:nvPr>
            <p:custDataLst>
              <p:tags r:id="rId68"/>
            </p:custDataLst>
          </p:nvPr>
        </p:nvSpPr>
        <p:spPr>
          <a:xfrm>
            <a:off x="5230495" y="10013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7" name="立方体 176"/>
          <p:cNvSpPr/>
          <p:nvPr>
            <p:custDataLst>
              <p:tags r:id="rId69"/>
            </p:custDataLst>
          </p:nvPr>
        </p:nvSpPr>
        <p:spPr>
          <a:xfrm>
            <a:off x="4843780" y="8534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立方体 177"/>
          <p:cNvSpPr/>
          <p:nvPr>
            <p:custDataLst>
              <p:tags r:id="rId70"/>
            </p:custDataLst>
          </p:nvPr>
        </p:nvSpPr>
        <p:spPr>
          <a:xfrm>
            <a:off x="4976495" y="8534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9" name="立方体 178"/>
          <p:cNvSpPr/>
          <p:nvPr>
            <p:custDataLst>
              <p:tags r:id="rId71"/>
            </p:custDataLst>
          </p:nvPr>
        </p:nvSpPr>
        <p:spPr>
          <a:xfrm>
            <a:off x="5103495" y="8534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0" name="立方体 179"/>
          <p:cNvSpPr/>
          <p:nvPr>
            <p:custDataLst>
              <p:tags r:id="rId72"/>
            </p:custDataLst>
          </p:nvPr>
        </p:nvSpPr>
        <p:spPr>
          <a:xfrm>
            <a:off x="5236210" y="8534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立方体 180"/>
          <p:cNvSpPr/>
          <p:nvPr>
            <p:custDataLst>
              <p:tags r:id="rId73"/>
            </p:custDataLst>
          </p:nvPr>
        </p:nvSpPr>
        <p:spPr>
          <a:xfrm>
            <a:off x="4846320" y="711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2" name="立方体 181"/>
          <p:cNvSpPr/>
          <p:nvPr>
            <p:custDataLst>
              <p:tags r:id="rId74"/>
            </p:custDataLst>
          </p:nvPr>
        </p:nvSpPr>
        <p:spPr>
          <a:xfrm>
            <a:off x="4979035" y="711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3" name="立方体 182"/>
          <p:cNvSpPr/>
          <p:nvPr>
            <p:custDataLst>
              <p:tags r:id="rId75"/>
            </p:custDataLst>
          </p:nvPr>
        </p:nvSpPr>
        <p:spPr>
          <a:xfrm>
            <a:off x="5106035" y="711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立方体 183"/>
          <p:cNvSpPr/>
          <p:nvPr>
            <p:custDataLst>
              <p:tags r:id="rId76"/>
            </p:custDataLst>
          </p:nvPr>
        </p:nvSpPr>
        <p:spPr>
          <a:xfrm>
            <a:off x="5238750" y="7118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9" name="立方体 188"/>
          <p:cNvSpPr/>
          <p:nvPr>
            <p:custDataLst>
              <p:tags r:id="rId77"/>
            </p:custDataLst>
          </p:nvPr>
        </p:nvSpPr>
        <p:spPr>
          <a:xfrm>
            <a:off x="5365750" y="10058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0" name="立方体 189"/>
          <p:cNvSpPr/>
          <p:nvPr>
            <p:custDataLst>
              <p:tags r:id="rId78"/>
            </p:custDataLst>
          </p:nvPr>
        </p:nvSpPr>
        <p:spPr>
          <a:xfrm>
            <a:off x="5498465" y="10058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1" name="立方体 190"/>
          <p:cNvSpPr/>
          <p:nvPr>
            <p:custDataLst>
              <p:tags r:id="rId79"/>
            </p:custDataLst>
          </p:nvPr>
        </p:nvSpPr>
        <p:spPr>
          <a:xfrm>
            <a:off x="5625465" y="10058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立方体 191"/>
          <p:cNvSpPr/>
          <p:nvPr>
            <p:custDataLst>
              <p:tags r:id="rId80"/>
            </p:custDataLst>
          </p:nvPr>
        </p:nvSpPr>
        <p:spPr>
          <a:xfrm>
            <a:off x="5758180" y="10058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3" name="立方体 192"/>
          <p:cNvSpPr/>
          <p:nvPr>
            <p:custDataLst>
              <p:tags r:id="rId81"/>
            </p:custDataLst>
          </p:nvPr>
        </p:nvSpPr>
        <p:spPr>
          <a:xfrm>
            <a:off x="5371465" y="8578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4" name="立方体 193"/>
          <p:cNvSpPr/>
          <p:nvPr>
            <p:custDataLst>
              <p:tags r:id="rId82"/>
            </p:custDataLst>
          </p:nvPr>
        </p:nvSpPr>
        <p:spPr>
          <a:xfrm>
            <a:off x="5504180" y="8578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5" name="立方体 194"/>
          <p:cNvSpPr/>
          <p:nvPr>
            <p:custDataLst>
              <p:tags r:id="rId83"/>
            </p:custDataLst>
          </p:nvPr>
        </p:nvSpPr>
        <p:spPr>
          <a:xfrm>
            <a:off x="5631180" y="8578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6" name="立方体 195"/>
          <p:cNvSpPr/>
          <p:nvPr>
            <p:custDataLst>
              <p:tags r:id="rId84"/>
            </p:custDataLst>
          </p:nvPr>
        </p:nvSpPr>
        <p:spPr>
          <a:xfrm>
            <a:off x="5763895" y="8578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7" name="立方体 196"/>
          <p:cNvSpPr/>
          <p:nvPr>
            <p:custDataLst>
              <p:tags r:id="rId85"/>
            </p:custDataLst>
          </p:nvPr>
        </p:nvSpPr>
        <p:spPr>
          <a:xfrm>
            <a:off x="5374005" y="7162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立方体 197"/>
          <p:cNvSpPr/>
          <p:nvPr>
            <p:custDataLst>
              <p:tags r:id="rId86"/>
            </p:custDataLst>
          </p:nvPr>
        </p:nvSpPr>
        <p:spPr>
          <a:xfrm>
            <a:off x="5506720" y="7162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立方体 198"/>
          <p:cNvSpPr/>
          <p:nvPr>
            <p:custDataLst>
              <p:tags r:id="rId87"/>
            </p:custDataLst>
          </p:nvPr>
        </p:nvSpPr>
        <p:spPr>
          <a:xfrm>
            <a:off x="5633720" y="7162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立方体 199"/>
          <p:cNvSpPr/>
          <p:nvPr>
            <p:custDataLst>
              <p:tags r:id="rId88"/>
            </p:custDataLst>
          </p:nvPr>
        </p:nvSpPr>
        <p:spPr>
          <a:xfrm>
            <a:off x="5766435" y="7162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4" name="立方体 203"/>
          <p:cNvSpPr/>
          <p:nvPr>
            <p:custDataLst>
              <p:tags r:id="rId89"/>
            </p:custDataLst>
          </p:nvPr>
        </p:nvSpPr>
        <p:spPr>
          <a:xfrm>
            <a:off x="6725920" y="108966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5" name="立方体 204"/>
          <p:cNvSpPr/>
          <p:nvPr>
            <p:custDataLst>
              <p:tags r:id="rId90"/>
            </p:custDataLst>
          </p:nvPr>
        </p:nvSpPr>
        <p:spPr>
          <a:xfrm>
            <a:off x="6725920" y="8407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6" name="立方体 205"/>
          <p:cNvSpPr/>
          <p:nvPr>
            <p:custDataLst>
              <p:tags r:id="rId91"/>
            </p:custDataLst>
          </p:nvPr>
        </p:nvSpPr>
        <p:spPr>
          <a:xfrm>
            <a:off x="6725920" y="61658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7" name="圆角矩形 206"/>
          <p:cNvSpPr/>
          <p:nvPr>
            <p:custDataLst>
              <p:tags r:id="rId92"/>
            </p:custDataLst>
          </p:nvPr>
        </p:nvSpPr>
        <p:spPr>
          <a:xfrm>
            <a:off x="2283460" y="1392555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8" name="文本框 207"/>
          <p:cNvSpPr txBox="1"/>
          <p:nvPr>
            <p:custDataLst>
              <p:tags r:id="rId93"/>
            </p:custDataLst>
          </p:nvPr>
        </p:nvSpPr>
        <p:spPr>
          <a:xfrm>
            <a:off x="2235200" y="136715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209" name="圆角矩形 208"/>
          <p:cNvSpPr/>
          <p:nvPr>
            <p:custDataLst>
              <p:tags r:id="rId94"/>
            </p:custDataLst>
          </p:nvPr>
        </p:nvSpPr>
        <p:spPr>
          <a:xfrm>
            <a:off x="6167755" y="918845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0" name="文本框 209"/>
          <p:cNvSpPr txBox="1"/>
          <p:nvPr>
            <p:custDataLst>
              <p:tags r:id="rId95"/>
            </p:custDataLst>
          </p:nvPr>
        </p:nvSpPr>
        <p:spPr>
          <a:xfrm>
            <a:off x="6123305" y="91884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cxnSp>
        <p:nvCxnSpPr>
          <p:cNvPr id="211" name="曲线连接符 210"/>
          <p:cNvCxnSpPr>
            <a:stCxn id="46" idx="5"/>
            <a:endCxn id="128" idx="1"/>
          </p:cNvCxnSpPr>
          <p:nvPr/>
        </p:nvCxnSpPr>
        <p:spPr>
          <a:xfrm>
            <a:off x="1048385" y="462280"/>
            <a:ext cx="201295" cy="18415"/>
          </a:xfrm>
          <a:prstGeom prst="curvedConnector3">
            <a:avLst>
              <a:gd name="adj1" fmla="val 5015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曲线连接符 211"/>
          <p:cNvCxnSpPr>
            <a:endCxn id="120" idx="2"/>
          </p:cNvCxnSpPr>
          <p:nvPr>
            <p:custDataLst>
              <p:tags r:id="rId96"/>
            </p:custDataLst>
          </p:nvPr>
        </p:nvCxnSpPr>
        <p:spPr>
          <a:xfrm>
            <a:off x="1675130" y="485775"/>
            <a:ext cx="447675" cy="63500"/>
          </a:xfrm>
          <a:prstGeom prst="curvedConnector3">
            <a:avLst>
              <a:gd name="adj1" fmla="val 5007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曲线连接符 212"/>
          <p:cNvCxnSpPr/>
          <p:nvPr>
            <p:custDataLst>
              <p:tags r:id="rId97"/>
            </p:custDataLst>
          </p:nvPr>
        </p:nvCxnSpPr>
        <p:spPr>
          <a:xfrm flipV="1">
            <a:off x="2689225" y="518795"/>
            <a:ext cx="208280" cy="133350"/>
          </a:xfrm>
          <a:prstGeom prst="curvedConnector3">
            <a:avLst>
              <a:gd name="adj1" fmla="val 1341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曲线连接符 213"/>
          <p:cNvCxnSpPr>
            <a:endCxn id="141" idx="2"/>
          </p:cNvCxnSpPr>
          <p:nvPr>
            <p:custDataLst>
              <p:tags r:id="rId98"/>
            </p:custDataLst>
          </p:nvPr>
        </p:nvCxnSpPr>
        <p:spPr>
          <a:xfrm>
            <a:off x="3390265" y="504825"/>
            <a:ext cx="272415" cy="44450"/>
          </a:xfrm>
          <a:prstGeom prst="curvedConnector3">
            <a:avLst>
              <a:gd name="adj1" fmla="val 5011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曲线连接符 214"/>
          <p:cNvCxnSpPr>
            <a:stCxn id="62" idx="5"/>
            <a:endCxn id="208" idx="1"/>
          </p:cNvCxnSpPr>
          <p:nvPr>
            <p:custDataLst>
              <p:tags r:id="rId99"/>
            </p:custDataLst>
          </p:nvPr>
        </p:nvCxnSpPr>
        <p:spPr>
          <a:xfrm>
            <a:off x="2026920" y="1459865"/>
            <a:ext cx="208280" cy="2984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曲线连接符 215"/>
          <p:cNvCxnSpPr>
            <a:endCxn id="208" idx="3"/>
          </p:cNvCxnSpPr>
          <p:nvPr>
            <p:custDataLst>
              <p:tags r:id="rId100"/>
            </p:custDataLst>
          </p:nvPr>
        </p:nvCxnSpPr>
        <p:spPr>
          <a:xfrm>
            <a:off x="2736215" y="1489710"/>
            <a:ext cx="178435" cy="31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曲线连接符 216"/>
          <p:cNvCxnSpPr>
            <a:stCxn id="162" idx="4"/>
          </p:cNvCxnSpPr>
          <p:nvPr>
            <p:custDataLst>
              <p:tags r:id="rId101"/>
            </p:custDataLst>
          </p:nvPr>
        </p:nvCxnSpPr>
        <p:spPr>
          <a:xfrm flipV="1">
            <a:off x="3487420" y="1282700"/>
            <a:ext cx="855980" cy="203200"/>
          </a:xfrm>
          <a:prstGeom prst="curvedConnector3">
            <a:avLst>
              <a:gd name="adj1" fmla="val 5267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曲线连接符 217"/>
          <p:cNvCxnSpPr>
            <a:stCxn id="144" idx="5"/>
            <a:endCxn id="168" idx="0"/>
          </p:cNvCxnSpPr>
          <p:nvPr>
            <p:custDataLst>
              <p:tags r:id="rId102"/>
            </p:custDataLst>
          </p:nvPr>
        </p:nvCxnSpPr>
        <p:spPr>
          <a:xfrm>
            <a:off x="4234815" y="504190"/>
            <a:ext cx="154305" cy="52006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曲线连接符 218"/>
          <p:cNvCxnSpPr>
            <a:endCxn id="177" idx="2"/>
          </p:cNvCxnSpPr>
          <p:nvPr>
            <p:custDataLst>
              <p:tags r:id="rId103"/>
            </p:custDataLst>
          </p:nvPr>
        </p:nvCxnSpPr>
        <p:spPr>
          <a:xfrm flipV="1">
            <a:off x="4565015" y="965835"/>
            <a:ext cx="278765" cy="136525"/>
          </a:xfrm>
          <a:prstGeom prst="curvedConnector3">
            <a:avLst>
              <a:gd name="adj1" fmla="val 5011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0" name="曲线连接符 219"/>
          <p:cNvCxnSpPr>
            <a:stCxn id="196" idx="4"/>
          </p:cNvCxnSpPr>
          <p:nvPr>
            <p:custDataLst>
              <p:tags r:id="rId104"/>
            </p:custDataLst>
          </p:nvPr>
        </p:nvCxnSpPr>
        <p:spPr>
          <a:xfrm>
            <a:off x="5898515" y="970280"/>
            <a:ext cx="304800" cy="36830"/>
          </a:xfrm>
          <a:prstGeom prst="curvedConnector3">
            <a:avLst>
              <a:gd name="adj1" fmla="val 575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6905625" y="597535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0.2</a:t>
            </a:r>
            <a:endParaRPr lang="en-US" altLang="zh-CN" sz="700"/>
          </a:p>
        </p:txBody>
      </p:sp>
      <p:sp>
        <p:nvSpPr>
          <p:cNvPr id="222" name="文本框 221"/>
          <p:cNvSpPr txBox="1"/>
          <p:nvPr>
            <p:custDataLst>
              <p:tags r:id="rId105"/>
            </p:custDataLst>
          </p:nvPr>
        </p:nvSpPr>
        <p:spPr>
          <a:xfrm>
            <a:off x="6905625" y="808355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0.3</a:t>
            </a:r>
            <a:endParaRPr lang="en-US" altLang="zh-CN" sz="700"/>
          </a:p>
        </p:txBody>
      </p:sp>
      <p:sp>
        <p:nvSpPr>
          <p:cNvPr id="223" name="文本框 222"/>
          <p:cNvSpPr txBox="1"/>
          <p:nvPr>
            <p:custDataLst>
              <p:tags r:id="rId106"/>
            </p:custDataLst>
          </p:nvPr>
        </p:nvSpPr>
        <p:spPr>
          <a:xfrm>
            <a:off x="6905625" y="1070610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0.45</a:t>
            </a:r>
            <a:endParaRPr lang="en-US" altLang="zh-CN" sz="700"/>
          </a:p>
        </p:txBody>
      </p:sp>
      <p:sp>
        <p:nvSpPr>
          <p:cNvPr id="225" name="文本框 224"/>
          <p:cNvSpPr txBox="1"/>
          <p:nvPr/>
        </p:nvSpPr>
        <p:spPr>
          <a:xfrm>
            <a:off x="318770" y="151130"/>
            <a:ext cx="1136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charset="0"/>
                <a:ea typeface="黑体" charset="0"/>
              </a:rPr>
              <a:t>用户</a:t>
            </a:r>
            <a:r>
              <a:rPr lang="zh-CN" altLang="en-US" sz="1000">
                <a:latin typeface="黑体" charset="0"/>
                <a:ea typeface="黑体" charset="0"/>
              </a:rPr>
              <a:t>特征</a:t>
            </a:r>
            <a:endParaRPr lang="zh-CN" altLang="en-US" sz="1000">
              <a:latin typeface="黑体" charset="0"/>
              <a:ea typeface="黑体" charset="0"/>
            </a:endParaRPr>
          </a:p>
        </p:txBody>
      </p:sp>
      <p:sp>
        <p:nvSpPr>
          <p:cNvPr id="226" name="文本框 225"/>
          <p:cNvSpPr txBox="1"/>
          <p:nvPr>
            <p:custDataLst>
              <p:tags r:id="rId107"/>
            </p:custDataLst>
          </p:nvPr>
        </p:nvSpPr>
        <p:spPr>
          <a:xfrm>
            <a:off x="603250" y="1452245"/>
            <a:ext cx="1136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charset="0"/>
                <a:ea typeface="黑体" charset="0"/>
              </a:rPr>
              <a:t>商品</a:t>
            </a:r>
            <a:r>
              <a:rPr lang="zh-CN" altLang="en-US" sz="1000">
                <a:latin typeface="黑体" charset="0"/>
                <a:ea typeface="黑体" charset="0"/>
              </a:rPr>
              <a:t>特征</a:t>
            </a:r>
            <a:endParaRPr lang="zh-CN" altLang="en-US" sz="1000">
              <a:latin typeface="黑体" charset="0"/>
              <a:ea typeface="黑体" charset="0"/>
            </a:endParaRPr>
          </a:p>
        </p:txBody>
      </p:sp>
      <p:sp>
        <p:nvSpPr>
          <p:cNvPr id="227" name="立方体 226"/>
          <p:cNvSpPr/>
          <p:nvPr>
            <p:custDataLst>
              <p:tags r:id="rId108"/>
            </p:custDataLst>
          </p:nvPr>
        </p:nvSpPr>
        <p:spPr>
          <a:xfrm>
            <a:off x="650240" y="28587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立方体 227"/>
          <p:cNvSpPr/>
          <p:nvPr>
            <p:custDataLst>
              <p:tags r:id="rId109"/>
            </p:custDataLst>
          </p:nvPr>
        </p:nvSpPr>
        <p:spPr>
          <a:xfrm>
            <a:off x="782955" y="28587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立方体 228"/>
          <p:cNvSpPr/>
          <p:nvPr>
            <p:custDataLst>
              <p:tags r:id="rId110"/>
            </p:custDataLst>
          </p:nvPr>
        </p:nvSpPr>
        <p:spPr>
          <a:xfrm>
            <a:off x="909955" y="28587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0" name="立方体 229"/>
          <p:cNvSpPr/>
          <p:nvPr>
            <p:custDataLst>
              <p:tags r:id="rId111"/>
            </p:custDataLst>
          </p:nvPr>
        </p:nvSpPr>
        <p:spPr>
          <a:xfrm>
            <a:off x="1042670" y="285877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5" name="立方体 234"/>
          <p:cNvSpPr/>
          <p:nvPr>
            <p:custDataLst>
              <p:tags r:id="rId112"/>
            </p:custDataLst>
          </p:nvPr>
        </p:nvSpPr>
        <p:spPr>
          <a:xfrm>
            <a:off x="1628775" y="40195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6" name="立方体 235"/>
          <p:cNvSpPr/>
          <p:nvPr>
            <p:custDataLst>
              <p:tags r:id="rId113"/>
            </p:custDataLst>
          </p:nvPr>
        </p:nvSpPr>
        <p:spPr>
          <a:xfrm>
            <a:off x="1761490" y="40195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7" name="立方体 236"/>
          <p:cNvSpPr/>
          <p:nvPr>
            <p:custDataLst>
              <p:tags r:id="rId114"/>
            </p:custDataLst>
          </p:nvPr>
        </p:nvSpPr>
        <p:spPr>
          <a:xfrm>
            <a:off x="1888490" y="40195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8" name="立方体 237"/>
          <p:cNvSpPr/>
          <p:nvPr>
            <p:custDataLst>
              <p:tags r:id="rId115"/>
            </p:custDataLst>
          </p:nvPr>
        </p:nvSpPr>
        <p:spPr>
          <a:xfrm>
            <a:off x="2021205" y="401955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9" name="立方体 238"/>
          <p:cNvSpPr/>
          <p:nvPr>
            <p:custDataLst>
              <p:tags r:id="rId116"/>
            </p:custDataLst>
          </p:nvPr>
        </p:nvSpPr>
        <p:spPr>
          <a:xfrm>
            <a:off x="1628775" y="38563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立方体 239"/>
          <p:cNvSpPr/>
          <p:nvPr>
            <p:custDataLst>
              <p:tags r:id="rId117"/>
            </p:custDataLst>
          </p:nvPr>
        </p:nvSpPr>
        <p:spPr>
          <a:xfrm>
            <a:off x="1761490" y="38563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1" name="立方体 240"/>
          <p:cNvSpPr/>
          <p:nvPr>
            <p:custDataLst>
              <p:tags r:id="rId118"/>
            </p:custDataLst>
          </p:nvPr>
        </p:nvSpPr>
        <p:spPr>
          <a:xfrm>
            <a:off x="1888490" y="38563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2" name="立方体 241"/>
          <p:cNvSpPr/>
          <p:nvPr>
            <p:custDataLst>
              <p:tags r:id="rId119"/>
            </p:custDataLst>
          </p:nvPr>
        </p:nvSpPr>
        <p:spPr>
          <a:xfrm>
            <a:off x="2021205" y="3856355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3" name="立方体 242"/>
          <p:cNvSpPr/>
          <p:nvPr>
            <p:custDataLst>
              <p:tags r:id="rId120"/>
            </p:custDataLst>
          </p:nvPr>
        </p:nvSpPr>
        <p:spPr>
          <a:xfrm>
            <a:off x="1628775" y="36957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4" name="立方体 243"/>
          <p:cNvSpPr/>
          <p:nvPr>
            <p:custDataLst>
              <p:tags r:id="rId121"/>
            </p:custDataLst>
          </p:nvPr>
        </p:nvSpPr>
        <p:spPr>
          <a:xfrm>
            <a:off x="1761490" y="36957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5" name="立方体 244"/>
          <p:cNvSpPr/>
          <p:nvPr>
            <p:custDataLst>
              <p:tags r:id="rId122"/>
            </p:custDataLst>
          </p:nvPr>
        </p:nvSpPr>
        <p:spPr>
          <a:xfrm>
            <a:off x="1888490" y="36957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6" name="立方体 245"/>
          <p:cNvSpPr/>
          <p:nvPr>
            <p:custDataLst>
              <p:tags r:id="rId123"/>
            </p:custDataLst>
          </p:nvPr>
        </p:nvSpPr>
        <p:spPr>
          <a:xfrm>
            <a:off x="2021205" y="3695700"/>
            <a:ext cx="180000" cy="18000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5" name="圆角矩形 264"/>
          <p:cNvSpPr/>
          <p:nvPr>
            <p:custDataLst>
              <p:tags r:id="rId124"/>
            </p:custDataLst>
          </p:nvPr>
        </p:nvSpPr>
        <p:spPr>
          <a:xfrm>
            <a:off x="1468120" y="2841625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6" name="文本框 265"/>
          <p:cNvSpPr txBox="1"/>
          <p:nvPr>
            <p:custDataLst>
              <p:tags r:id="rId125"/>
            </p:custDataLst>
          </p:nvPr>
        </p:nvSpPr>
        <p:spPr>
          <a:xfrm>
            <a:off x="1423670" y="284162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275" name="立方体 274"/>
          <p:cNvSpPr/>
          <p:nvPr>
            <p:custDataLst>
              <p:tags r:id="rId126"/>
            </p:custDataLst>
          </p:nvPr>
        </p:nvSpPr>
        <p:spPr>
          <a:xfrm>
            <a:off x="2188845" y="288226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6" name="立方体 275"/>
          <p:cNvSpPr/>
          <p:nvPr>
            <p:custDataLst>
              <p:tags r:id="rId127"/>
            </p:custDataLst>
          </p:nvPr>
        </p:nvSpPr>
        <p:spPr>
          <a:xfrm>
            <a:off x="2321560" y="288226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7" name="立方体 276"/>
          <p:cNvSpPr/>
          <p:nvPr>
            <p:custDataLst>
              <p:tags r:id="rId128"/>
            </p:custDataLst>
          </p:nvPr>
        </p:nvSpPr>
        <p:spPr>
          <a:xfrm>
            <a:off x="2448560" y="288226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8" name="立方体 277"/>
          <p:cNvSpPr/>
          <p:nvPr>
            <p:custDataLst>
              <p:tags r:id="rId129"/>
            </p:custDataLst>
          </p:nvPr>
        </p:nvSpPr>
        <p:spPr>
          <a:xfrm>
            <a:off x="2581275" y="288226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7" name="立方体 286"/>
          <p:cNvSpPr/>
          <p:nvPr>
            <p:custDataLst>
              <p:tags r:id="rId130"/>
            </p:custDataLst>
          </p:nvPr>
        </p:nvSpPr>
        <p:spPr>
          <a:xfrm>
            <a:off x="3134360" y="40005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8" name="立方体 287"/>
          <p:cNvSpPr/>
          <p:nvPr>
            <p:custDataLst>
              <p:tags r:id="rId131"/>
            </p:custDataLst>
          </p:nvPr>
        </p:nvSpPr>
        <p:spPr>
          <a:xfrm>
            <a:off x="3267075" y="40005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9" name="立方体 288"/>
          <p:cNvSpPr/>
          <p:nvPr>
            <p:custDataLst>
              <p:tags r:id="rId132"/>
            </p:custDataLst>
          </p:nvPr>
        </p:nvSpPr>
        <p:spPr>
          <a:xfrm>
            <a:off x="3394075" y="40005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0" name="立方体 289"/>
          <p:cNvSpPr/>
          <p:nvPr>
            <p:custDataLst>
              <p:tags r:id="rId133"/>
            </p:custDataLst>
          </p:nvPr>
        </p:nvSpPr>
        <p:spPr>
          <a:xfrm>
            <a:off x="3526790" y="400050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1" name="立方体 290"/>
          <p:cNvSpPr/>
          <p:nvPr>
            <p:custDataLst>
              <p:tags r:id="rId134"/>
            </p:custDataLst>
          </p:nvPr>
        </p:nvSpPr>
        <p:spPr>
          <a:xfrm>
            <a:off x="3134360" y="38373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2" name="立方体 291"/>
          <p:cNvSpPr/>
          <p:nvPr>
            <p:custDataLst>
              <p:tags r:id="rId135"/>
            </p:custDataLst>
          </p:nvPr>
        </p:nvSpPr>
        <p:spPr>
          <a:xfrm>
            <a:off x="3267075" y="38373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3" name="立方体 292"/>
          <p:cNvSpPr/>
          <p:nvPr>
            <p:custDataLst>
              <p:tags r:id="rId136"/>
            </p:custDataLst>
          </p:nvPr>
        </p:nvSpPr>
        <p:spPr>
          <a:xfrm>
            <a:off x="3394075" y="38373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4" name="立方体 293"/>
          <p:cNvSpPr/>
          <p:nvPr>
            <p:custDataLst>
              <p:tags r:id="rId137"/>
            </p:custDataLst>
          </p:nvPr>
        </p:nvSpPr>
        <p:spPr>
          <a:xfrm>
            <a:off x="3526790" y="383730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5" name="立方体 294"/>
          <p:cNvSpPr/>
          <p:nvPr>
            <p:custDataLst>
              <p:tags r:id="rId138"/>
            </p:custDataLst>
          </p:nvPr>
        </p:nvSpPr>
        <p:spPr>
          <a:xfrm>
            <a:off x="3134360" y="36766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6" name="立方体 295"/>
          <p:cNvSpPr/>
          <p:nvPr>
            <p:custDataLst>
              <p:tags r:id="rId139"/>
            </p:custDataLst>
          </p:nvPr>
        </p:nvSpPr>
        <p:spPr>
          <a:xfrm>
            <a:off x="3267075" y="36766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7" name="立方体 296"/>
          <p:cNvSpPr/>
          <p:nvPr>
            <p:custDataLst>
              <p:tags r:id="rId140"/>
            </p:custDataLst>
          </p:nvPr>
        </p:nvSpPr>
        <p:spPr>
          <a:xfrm>
            <a:off x="3394075" y="36766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8" name="立方体 297"/>
          <p:cNvSpPr/>
          <p:nvPr>
            <p:custDataLst>
              <p:tags r:id="rId141"/>
            </p:custDataLst>
          </p:nvPr>
        </p:nvSpPr>
        <p:spPr>
          <a:xfrm>
            <a:off x="3526790" y="367665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9" name="圆角矩形 298"/>
          <p:cNvSpPr/>
          <p:nvPr>
            <p:custDataLst>
              <p:tags r:id="rId142"/>
            </p:custDataLst>
          </p:nvPr>
        </p:nvSpPr>
        <p:spPr>
          <a:xfrm>
            <a:off x="4267835" y="3488055"/>
            <a:ext cx="514985" cy="2451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0" name="文本框 299"/>
          <p:cNvSpPr txBox="1"/>
          <p:nvPr>
            <p:custDataLst>
              <p:tags r:id="rId143"/>
            </p:custDataLst>
          </p:nvPr>
        </p:nvSpPr>
        <p:spPr>
          <a:xfrm>
            <a:off x="4223385" y="348805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concat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05" name="立方体 304"/>
          <p:cNvSpPr/>
          <p:nvPr>
            <p:custDataLst>
              <p:tags r:id="rId144"/>
            </p:custDataLst>
          </p:nvPr>
        </p:nvSpPr>
        <p:spPr>
          <a:xfrm>
            <a:off x="5012055" y="34651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6" name="立方体 305"/>
          <p:cNvSpPr/>
          <p:nvPr>
            <p:custDataLst>
              <p:tags r:id="rId145"/>
            </p:custDataLst>
          </p:nvPr>
        </p:nvSpPr>
        <p:spPr>
          <a:xfrm>
            <a:off x="5144770" y="34651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7" name="立方体 306"/>
          <p:cNvSpPr/>
          <p:nvPr>
            <p:custDataLst>
              <p:tags r:id="rId146"/>
            </p:custDataLst>
          </p:nvPr>
        </p:nvSpPr>
        <p:spPr>
          <a:xfrm>
            <a:off x="5271770" y="34651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8" name="立方体 307"/>
          <p:cNvSpPr/>
          <p:nvPr>
            <p:custDataLst>
              <p:tags r:id="rId147"/>
            </p:custDataLst>
          </p:nvPr>
        </p:nvSpPr>
        <p:spPr>
          <a:xfrm>
            <a:off x="5404485" y="346519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9" name="立方体 308"/>
          <p:cNvSpPr/>
          <p:nvPr>
            <p:custDataLst>
              <p:tags r:id="rId148"/>
            </p:custDataLst>
          </p:nvPr>
        </p:nvSpPr>
        <p:spPr>
          <a:xfrm>
            <a:off x="5017770" y="33172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0" name="立方体 309"/>
          <p:cNvSpPr/>
          <p:nvPr>
            <p:custDataLst>
              <p:tags r:id="rId149"/>
            </p:custDataLst>
          </p:nvPr>
        </p:nvSpPr>
        <p:spPr>
          <a:xfrm>
            <a:off x="5150485" y="33172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1" name="立方体 310"/>
          <p:cNvSpPr/>
          <p:nvPr>
            <p:custDataLst>
              <p:tags r:id="rId150"/>
            </p:custDataLst>
          </p:nvPr>
        </p:nvSpPr>
        <p:spPr>
          <a:xfrm>
            <a:off x="5277485" y="33172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2" name="立方体 311"/>
          <p:cNvSpPr/>
          <p:nvPr>
            <p:custDataLst>
              <p:tags r:id="rId151"/>
            </p:custDataLst>
          </p:nvPr>
        </p:nvSpPr>
        <p:spPr>
          <a:xfrm>
            <a:off x="5410200" y="331724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3" name="立方体 312"/>
          <p:cNvSpPr/>
          <p:nvPr>
            <p:custDataLst>
              <p:tags r:id="rId152"/>
            </p:custDataLst>
          </p:nvPr>
        </p:nvSpPr>
        <p:spPr>
          <a:xfrm>
            <a:off x="5020310" y="31756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4" name="立方体 313"/>
          <p:cNvSpPr/>
          <p:nvPr>
            <p:custDataLst>
              <p:tags r:id="rId153"/>
            </p:custDataLst>
          </p:nvPr>
        </p:nvSpPr>
        <p:spPr>
          <a:xfrm>
            <a:off x="5153025" y="31756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5" name="立方体 314"/>
          <p:cNvSpPr/>
          <p:nvPr>
            <p:custDataLst>
              <p:tags r:id="rId154"/>
            </p:custDataLst>
          </p:nvPr>
        </p:nvSpPr>
        <p:spPr>
          <a:xfrm>
            <a:off x="5280025" y="31756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6" name="立方体 315"/>
          <p:cNvSpPr/>
          <p:nvPr>
            <p:custDataLst>
              <p:tags r:id="rId155"/>
            </p:custDataLst>
          </p:nvPr>
        </p:nvSpPr>
        <p:spPr>
          <a:xfrm>
            <a:off x="5412740" y="31756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1" name="立方体 320"/>
          <p:cNvSpPr/>
          <p:nvPr>
            <p:custDataLst>
              <p:tags r:id="rId156"/>
            </p:custDataLst>
          </p:nvPr>
        </p:nvSpPr>
        <p:spPr>
          <a:xfrm>
            <a:off x="5539740" y="34696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2" name="立方体 321"/>
          <p:cNvSpPr/>
          <p:nvPr>
            <p:custDataLst>
              <p:tags r:id="rId157"/>
            </p:custDataLst>
          </p:nvPr>
        </p:nvSpPr>
        <p:spPr>
          <a:xfrm>
            <a:off x="5672455" y="34696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3" name="立方体 322"/>
          <p:cNvSpPr/>
          <p:nvPr>
            <p:custDataLst>
              <p:tags r:id="rId158"/>
            </p:custDataLst>
          </p:nvPr>
        </p:nvSpPr>
        <p:spPr>
          <a:xfrm>
            <a:off x="5799455" y="34696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立方体 323"/>
          <p:cNvSpPr/>
          <p:nvPr>
            <p:custDataLst>
              <p:tags r:id="rId159"/>
            </p:custDataLst>
          </p:nvPr>
        </p:nvSpPr>
        <p:spPr>
          <a:xfrm>
            <a:off x="5932170" y="346964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5" name="立方体 324"/>
          <p:cNvSpPr/>
          <p:nvPr>
            <p:custDataLst>
              <p:tags r:id="rId160"/>
            </p:custDataLst>
          </p:nvPr>
        </p:nvSpPr>
        <p:spPr>
          <a:xfrm>
            <a:off x="5545455" y="33216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6" name="立方体 325"/>
          <p:cNvSpPr/>
          <p:nvPr>
            <p:custDataLst>
              <p:tags r:id="rId161"/>
            </p:custDataLst>
          </p:nvPr>
        </p:nvSpPr>
        <p:spPr>
          <a:xfrm>
            <a:off x="5678170" y="33216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7" name="立方体 326"/>
          <p:cNvSpPr/>
          <p:nvPr>
            <p:custDataLst>
              <p:tags r:id="rId162"/>
            </p:custDataLst>
          </p:nvPr>
        </p:nvSpPr>
        <p:spPr>
          <a:xfrm>
            <a:off x="5805170" y="33216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8" name="立方体 327"/>
          <p:cNvSpPr/>
          <p:nvPr>
            <p:custDataLst>
              <p:tags r:id="rId163"/>
            </p:custDataLst>
          </p:nvPr>
        </p:nvSpPr>
        <p:spPr>
          <a:xfrm>
            <a:off x="5937885" y="3321685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9" name="立方体 328"/>
          <p:cNvSpPr/>
          <p:nvPr>
            <p:custDataLst>
              <p:tags r:id="rId164"/>
            </p:custDataLst>
          </p:nvPr>
        </p:nvSpPr>
        <p:spPr>
          <a:xfrm>
            <a:off x="5547995" y="31800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0" name="立方体 329"/>
          <p:cNvSpPr/>
          <p:nvPr>
            <p:custDataLst>
              <p:tags r:id="rId165"/>
            </p:custDataLst>
          </p:nvPr>
        </p:nvSpPr>
        <p:spPr>
          <a:xfrm>
            <a:off x="5680710" y="31800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1" name="立方体 330"/>
          <p:cNvSpPr/>
          <p:nvPr>
            <p:custDataLst>
              <p:tags r:id="rId166"/>
            </p:custDataLst>
          </p:nvPr>
        </p:nvSpPr>
        <p:spPr>
          <a:xfrm>
            <a:off x="5807710" y="31800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2" name="立方体 331"/>
          <p:cNvSpPr/>
          <p:nvPr>
            <p:custDataLst>
              <p:tags r:id="rId167"/>
            </p:custDataLst>
          </p:nvPr>
        </p:nvSpPr>
        <p:spPr>
          <a:xfrm>
            <a:off x="5940425" y="3180080"/>
            <a:ext cx="180000" cy="180000"/>
          </a:xfrm>
          <a:prstGeom prst="cub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4" name="立方体 333"/>
          <p:cNvSpPr/>
          <p:nvPr>
            <p:custDataLst>
              <p:tags r:id="rId168"/>
            </p:custDataLst>
          </p:nvPr>
        </p:nvSpPr>
        <p:spPr>
          <a:xfrm>
            <a:off x="6899910" y="355346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5" name="立方体 334"/>
          <p:cNvSpPr/>
          <p:nvPr>
            <p:custDataLst>
              <p:tags r:id="rId169"/>
            </p:custDataLst>
          </p:nvPr>
        </p:nvSpPr>
        <p:spPr>
          <a:xfrm>
            <a:off x="6899910" y="3304540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6" name="立方体 335"/>
          <p:cNvSpPr/>
          <p:nvPr>
            <p:custDataLst>
              <p:tags r:id="rId170"/>
            </p:custDataLst>
          </p:nvPr>
        </p:nvSpPr>
        <p:spPr>
          <a:xfrm>
            <a:off x="6899910" y="3080385"/>
            <a:ext cx="180000" cy="180000"/>
          </a:xfrm>
          <a:prstGeom prst="cub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7" name="圆角矩形 336"/>
          <p:cNvSpPr/>
          <p:nvPr>
            <p:custDataLst>
              <p:tags r:id="rId171"/>
            </p:custDataLst>
          </p:nvPr>
        </p:nvSpPr>
        <p:spPr>
          <a:xfrm>
            <a:off x="2457450" y="3856355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8" name="文本框 337"/>
          <p:cNvSpPr txBox="1"/>
          <p:nvPr>
            <p:custDataLst>
              <p:tags r:id="rId172"/>
            </p:custDataLst>
          </p:nvPr>
        </p:nvSpPr>
        <p:spPr>
          <a:xfrm>
            <a:off x="2409190" y="383095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39" name="圆角矩形 338"/>
          <p:cNvSpPr/>
          <p:nvPr>
            <p:custDataLst>
              <p:tags r:id="rId173"/>
            </p:custDataLst>
          </p:nvPr>
        </p:nvSpPr>
        <p:spPr>
          <a:xfrm>
            <a:off x="6341745" y="3382645"/>
            <a:ext cx="455295" cy="219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0" name="文本框 339"/>
          <p:cNvSpPr txBox="1"/>
          <p:nvPr>
            <p:custDataLst>
              <p:tags r:id="rId174"/>
            </p:custDataLst>
          </p:nvPr>
        </p:nvSpPr>
        <p:spPr>
          <a:xfrm>
            <a:off x="6297295" y="3382645"/>
            <a:ext cx="67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Linear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cxnSp>
        <p:nvCxnSpPr>
          <p:cNvPr id="341" name="曲线连接符 340"/>
          <p:cNvCxnSpPr>
            <a:stCxn id="230" idx="5"/>
            <a:endCxn id="263" idx="1"/>
          </p:cNvCxnSpPr>
          <p:nvPr>
            <p:custDataLst>
              <p:tags r:id="rId175"/>
            </p:custDataLst>
          </p:nvPr>
        </p:nvCxnSpPr>
        <p:spPr>
          <a:xfrm>
            <a:off x="1222375" y="2926080"/>
            <a:ext cx="201295" cy="18415"/>
          </a:xfrm>
          <a:prstGeom prst="curvedConnector3">
            <a:avLst>
              <a:gd name="adj1" fmla="val 5015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4" name="曲线连接符 343"/>
          <p:cNvCxnSpPr>
            <a:endCxn id="275" idx="2"/>
          </p:cNvCxnSpPr>
          <p:nvPr>
            <p:custDataLst>
              <p:tags r:id="rId176"/>
            </p:custDataLst>
          </p:nvPr>
        </p:nvCxnSpPr>
        <p:spPr>
          <a:xfrm>
            <a:off x="1916430" y="2950210"/>
            <a:ext cx="272415" cy="44450"/>
          </a:xfrm>
          <a:prstGeom prst="curvedConnector3">
            <a:avLst>
              <a:gd name="adj1" fmla="val 5011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5" name="曲线连接符 344"/>
          <p:cNvCxnSpPr>
            <a:stCxn id="242" idx="5"/>
            <a:endCxn id="338" idx="1"/>
          </p:cNvCxnSpPr>
          <p:nvPr>
            <p:custDataLst>
              <p:tags r:id="rId177"/>
            </p:custDataLst>
          </p:nvPr>
        </p:nvCxnSpPr>
        <p:spPr>
          <a:xfrm>
            <a:off x="2200910" y="3923665"/>
            <a:ext cx="208280" cy="2984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6" name="曲线连接符 345"/>
          <p:cNvCxnSpPr>
            <a:endCxn id="338" idx="3"/>
          </p:cNvCxnSpPr>
          <p:nvPr>
            <p:custDataLst>
              <p:tags r:id="rId178"/>
            </p:custDataLst>
          </p:nvPr>
        </p:nvCxnSpPr>
        <p:spPr>
          <a:xfrm>
            <a:off x="2910205" y="3950335"/>
            <a:ext cx="178435" cy="31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曲线连接符 346"/>
          <p:cNvCxnSpPr>
            <a:stCxn id="294" idx="5"/>
          </p:cNvCxnSpPr>
          <p:nvPr>
            <p:custDataLst>
              <p:tags r:id="rId179"/>
            </p:custDataLst>
          </p:nvPr>
        </p:nvCxnSpPr>
        <p:spPr>
          <a:xfrm flipV="1">
            <a:off x="3706495" y="3733800"/>
            <a:ext cx="840105" cy="170815"/>
          </a:xfrm>
          <a:prstGeom prst="curvedConnector3">
            <a:avLst>
              <a:gd name="adj1" fmla="val 5003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8" name="曲线连接符 347"/>
          <p:cNvCxnSpPr>
            <a:stCxn id="278" idx="5"/>
            <a:endCxn id="357" idx="1"/>
          </p:cNvCxnSpPr>
          <p:nvPr>
            <p:custDataLst>
              <p:tags r:id="rId180"/>
            </p:custDataLst>
          </p:nvPr>
        </p:nvCxnSpPr>
        <p:spPr>
          <a:xfrm flipV="1">
            <a:off x="2760980" y="2926080"/>
            <a:ext cx="217805" cy="23495"/>
          </a:xfrm>
          <a:prstGeom prst="curvedConnector3">
            <a:avLst>
              <a:gd name="adj1" fmla="val 501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9" name="曲线连接符 348"/>
          <p:cNvCxnSpPr>
            <a:endCxn id="309" idx="2"/>
          </p:cNvCxnSpPr>
          <p:nvPr>
            <p:custDataLst>
              <p:tags r:id="rId181"/>
            </p:custDataLst>
          </p:nvPr>
        </p:nvCxnSpPr>
        <p:spPr>
          <a:xfrm flipV="1">
            <a:off x="4739005" y="3429635"/>
            <a:ext cx="278765" cy="136525"/>
          </a:xfrm>
          <a:prstGeom prst="curvedConnector3">
            <a:avLst>
              <a:gd name="adj1" fmla="val 5011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0" name="曲线连接符 349"/>
          <p:cNvCxnSpPr>
            <a:stCxn id="328" idx="4"/>
          </p:cNvCxnSpPr>
          <p:nvPr>
            <p:custDataLst>
              <p:tags r:id="rId182"/>
            </p:custDataLst>
          </p:nvPr>
        </p:nvCxnSpPr>
        <p:spPr>
          <a:xfrm>
            <a:off x="6072505" y="3434080"/>
            <a:ext cx="304800" cy="36830"/>
          </a:xfrm>
          <a:prstGeom prst="curvedConnector3">
            <a:avLst>
              <a:gd name="adj1" fmla="val 575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1" name="文本框 350"/>
          <p:cNvSpPr txBox="1"/>
          <p:nvPr>
            <p:custDataLst>
              <p:tags r:id="rId183"/>
            </p:custDataLst>
          </p:nvPr>
        </p:nvSpPr>
        <p:spPr>
          <a:xfrm>
            <a:off x="7079615" y="3061335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0.2</a:t>
            </a:r>
            <a:endParaRPr lang="en-US" altLang="zh-CN" sz="700"/>
          </a:p>
        </p:txBody>
      </p:sp>
      <p:sp>
        <p:nvSpPr>
          <p:cNvPr id="352" name="文本框 351"/>
          <p:cNvSpPr txBox="1"/>
          <p:nvPr>
            <p:custDataLst>
              <p:tags r:id="rId184"/>
            </p:custDataLst>
          </p:nvPr>
        </p:nvSpPr>
        <p:spPr>
          <a:xfrm>
            <a:off x="7079615" y="3272155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0.3</a:t>
            </a:r>
            <a:endParaRPr lang="en-US" altLang="zh-CN" sz="700"/>
          </a:p>
        </p:txBody>
      </p:sp>
      <p:sp>
        <p:nvSpPr>
          <p:cNvPr id="353" name="文本框 352"/>
          <p:cNvSpPr txBox="1"/>
          <p:nvPr>
            <p:custDataLst>
              <p:tags r:id="rId185"/>
            </p:custDataLst>
          </p:nvPr>
        </p:nvSpPr>
        <p:spPr>
          <a:xfrm>
            <a:off x="7079615" y="3534410"/>
            <a:ext cx="45529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0.45</a:t>
            </a:r>
            <a:endParaRPr lang="en-US" altLang="zh-CN" sz="700"/>
          </a:p>
        </p:txBody>
      </p:sp>
      <p:sp>
        <p:nvSpPr>
          <p:cNvPr id="355" name="文本框 354"/>
          <p:cNvSpPr txBox="1"/>
          <p:nvPr>
            <p:custDataLst>
              <p:tags r:id="rId186"/>
            </p:custDataLst>
          </p:nvPr>
        </p:nvSpPr>
        <p:spPr>
          <a:xfrm>
            <a:off x="492760" y="2614930"/>
            <a:ext cx="1136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charset="0"/>
                <a:ea typeface="黑体" charset="0"/>
              </a:rPr>
              <a:t>用户</a:t>
            </a:r>
            <a:r>
              <a:rPr lang="zh-CN" altLang="en-US" sz="1000">
                <a:latin typeface="黑体" charset="0"/>
                <a:ea typeface="黑体" charset="0"/>
              </a:rPr>
              <a:t>特征</a:t>
            </a:r>
            <a:endParaRPr lang="zh-CN" altLang="en-US" sz="1000">
              <a:latin typeface="黑体" charset="0"/>
              <a:ea typeface="黑体" charset="0"/>
            </a:endParaRPr>
          </a:p>
        </p:txBody>
      </p:sp>
      <p:sp>
        <p:nvSpPr>
          <p:cNvPr id="356" name="文本框 355"/>
          <p:cNvSpPr txBox="1"/>
          <p:nvPr>
            <p:custDataLst>
              <p:tags r:id="rId187"/>
            </p:custDataLst>
          </p:nvPr>
        </p:nvSpPr>
        <p:spPr>
          <a:xfrm>
            <a:off x="777240" y="3916045"/>
            <a:ext cx="1136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charset="0"/>
                <a:ea typeface="黑体" charset="0"/>
              </a:rPr>
              <a:t>商品</a:t>
            </a:r>
            <a:r>
              <a:rPr lang="zh-CN" altLang="en-US" sz="1000">
                <a:latin typeface="黑体" charset="0"/>
                <a:ea typeface="黑体" charset="0"/>
              </a:rPr>
              <a:t>特征</a:t>
            </a:r>
            <a:endParaRPr lang="zh-CN" altLang="en-US" sz="1000">
              <a:latin typeface="黑体" charset="0"/>
              <a:ea typeface="黑体" charset="0"/>
            </a:endParaRPr>
          </a:p>
        </p:txBody>
      </p:sp>
      <p:sp>
        <p:nvSpPr>
          <p:cNvPr id="357" name="圆角矩形 356"/>
          <p:cNvSpPr/>
          <p:nvPr>
            <p:custDataLst>
              <p:tags r:id="rId188"/>
            </p:custDataLst>
          </p:nvPr>
        </p:nvSpPr>
        <p:spPr>
          <a:xfrm>
            <a:off x="2978785" y="2816225"/>
            <a:ext cx="454660" cy="2197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8" name="文本框 357"/>
          <p:cNvSpPr txBox="1"/>
          <p:nvPr>
            <p:custDataLst>
              <p:tags r:id="rId189"/>
            </p:custDataLst>
          </p:nvPr>
        </p:nvSpPr>
        <p:spPr>
          <a:xfrm>
            <a:off x="2985135" y="2816225"/>
            <a:ext cx="5588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Tile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60" name="立方体 359"/>
          <p:cNvSpPr/>
          <p:nvPr>
            <p:custDataLst>
              <p:tags r:id="rId190"/>
            </p:custDataLst>
          </p:nvPr>
        </p:nvSpPr>
        <p:spPr>
          <a:xfrm>
            <a:off x="3665220" y="30867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1" name="立方体 360"/>
          <p:cNvSpPr/>
          <p:nvPr>
            <p:custDataLst>
              <p:tags r:id="rId191"/>
            </p:custDataLst>
          </p:nvPr>
        </p:nvSpPr>
        <p:spPr>
          <a:xfrm>
            <a:off x="3797935" y="30867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2" name="立方体 361"/>
          <p:cNvSpPr/>
          <p:nvPr>
            <p:custDataLst>
              <p:tags r:id="rId192"/>
            </p:custDataLst>
          </p:nvPr>
        </p:nvSpPr>
        <p:spPr>
          <a:xfrm>
            <a:off x="3924935" y="30867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3" name="立方体 362"/>
          <p:cNvSpPr/>
          <p:nvPr>
            <p:custDataLst>
              <p:tags r:id="rId193"/>
            </p:custDataLst>
          </p:nvPr>
        </p:nvSpPr>
        <p:spPr>
          <a:xfrm>
            <a:off x="4057650" y="308673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4" name="立方体 363"/>
          <p:cNvSpPr/>
          <p:nvPr>
            <p:custDataLst>
              <p:tags r:id="rId194"/>
            </p:custDataLst>
          </p:nvPr>
        </p:nvSpPr>
        <p:spPr>
          <a:xfrm>
            <a:off x="3665220" y="293243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5" name="立方体 364"/>
          <p:cNvSpPr/>
          <p:nvPr>
            <p:custDataLst>
              <p:tags r:id="rId195"/>
            </p:custDataLst>
          </p:nvPr>
        </p:nvSpPr>
        <p:spPr>
          <a:xfrm>
            <a:off x="3797935" y="293243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6" name="立方体 365"/>
          <p:cNvSpPr/>
          <p:nvPr>
            <p:custDataLst>
              <p:tags r:id="rId196"/>
            </p:custDataLst>
          </p:nvPr>
        </p:nvSpPr>
        <p:spPr>
          <a:xfrm>
            <a:off x="3924935" y="293243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7" name="立方体 366"/>
          <p:cNvSpPr/>
          <p:nvPr>
            <p:custDataLst>
              <p:tags r:id="rId197"/>
            </p:custDataLst>
          </p:nvPr>
        </p:nvSpPr>
        <p:spPr>
          <a:xfrm>
            <a:off x="4057650" y="293243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8" name="立方体 367"/>
          <p:cNvSpPr/>
          <p:nvPr>
            <p:custDataLst>
              <p:tags r:id="rId198"/>
            </p:custDataLst>
          </p:nvPr>
        </p:nvSpPr>
        <p:spPr>
          <a:xfrm>
            <a:off x="3670935" y="27844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9" name="立方体 368"/>
          <p:cNvSpPr/>
          <p:nvPr>
            <p:custDataLst>
              <p:tags r:id="rId199"/>
            </p:custDataLst>
          </p:nvPr>
        </p:nvSpPr>
        <p:spPr>
          <a:xfrm>
            <a:off x="3803650" y="27844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0" name="立方体 369"/>
          <p:cNvSpPr/>
          <p:nvPr>
            <p:custDataLst>
              <p:tags r:id="rId200"/>
            </p:custDataLst>
          </p:nvPr>
        </p:nvSpPr>
        <p:spPr>
          <a:xfrm>
            <a:off x="3930650" y="27844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1" name="立方体 370"/>
          <p:cNvSpPr/>
          <p:nvPr>
            <p:custDataLst>
              <p:tags r:id="rId201"/>
            </p:custDataLst>
          </p:nvPr>
        </p:nvSpPr>
        <p:spPr>
          <a:xfrm>
            <a:off x="4063365" y="2784475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2" name="立方体 371"/>
          <p:cNvSpPr/>
          <p:nvPr>
            <p:custDataLst>
              <p:tags r:id="rId202"/>
            </p:custDataLst>
          </p:nvPr>
        </p:nvSpPr>
        <p:spPr>
          <a:xfrm>
            <a:off x="3673475" y="264287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3" name="立方体 372"/>
          <p:cNvSpPr/>
          <p:nvPr>
            <p:custDataLst>
              <p:tags r:id="rId203"/>
            </p:custDataLst>
          </p:nvPr>
        </p:nvSpPr>
        <p:spPr>
          <a:xfrm>
            <a:off x="3806190" y="264287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4" name="立方体 373"/>
          <p:cNvSpPr/>
          <p:nvPr>
            <p:custDataLst>
              <p:tags r:id="rId204"/>
            </p:custDataLst>
          </p:nvPr>
        </p:nvSpPr>
        <p:spPr>
          <a:xfrm>
            <a:off x="3933190" y="264287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5" name="立方体 374"/>
          <p:cNvSpPr/>
          <p:nvPr>
            <p:custDataLst>
              <p:tags r:id="rId205"/>
            </p:custDataLst>
          </p:nvPr>
        </p:nvSpPr>
        <p:spPr>
          <a:xfrm>
            <a:off x="4065905" y="2642870"/>
            <a:ext cx="180000" cy="180000"/>
          </a:xfrm>
          <a:prstGeom prst="cub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6" name="曲线连接符 375"/>
          <p:cNvCxnSpPr>
            <a:endCxn id="368" idx="2"/>
          </p:cNvCxnSpPr>
          <p:nvPr>
            <p:custDataLst>
              <p:tags r:id="rId206"/>
            </p:custDataLst>
          </p:nvPr>
        </p:nvCxnSpPr>
        <p:spPr>
          <a:xfrm flipV="1">
            <a:off x="3388995" y="2896870"/>
            <a:ext cx="281940" cy="29210"/>
          </a:xfrm>
          <a:prstGeom prst="curvedConnector3">
            <a:avLst>
              <a:gd name="adj1" fmla="val 5022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7" name="曲线连接符 376"/>
          <p:cNvCxnSpPr>
            <a:stCxn id="371" idx="4"/>
            <a:endCxn id="300" idx="0"/>
          </p:cNvCxnSpPr>
          <p:nvPr>
            <p:custDataLst>
              <p:tags r:id="rId207"/>
            </p:custDataLst>
          </p:nvPr>
        </p:nvCxnSpPr>
        <p:spPr>
          <a:xfrm>
            <a:off x="4197985" y="2896870"/>
            <a:ext cx="365125" cy="5911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8" name="下箭头 377"/>
          <p:cNvSpPr/>
          <p:nvPr/>
        </p:nvSpPr>
        <p:spPr>
          <a:xfrm>
            <a:off x="2768600" y="1873250"/>
            <a:ext cx="190500" cy="61595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9" name="文本框 378"/>
          <p:cNvSpPr txBox="1"/>
          <p:nvPr/>
        </p:nvSpPr>
        <p:spPr>
          <a:xfrm>
            <a:off x="3086100" y="2032000"/>
            <a:ext cx="1652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Tile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下推优化后</a:t>
            </a:r>
            <a:endParaRPr lang="zh-CN" altLang="en-US" sz="1400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1113155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753110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1473200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1833245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3716655" y="17907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3356610" y="17907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4076700" y="17907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4436745" y="17907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3716655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3356610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>
            <a:off x="4076700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4436745" y="539115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3716655" y="89916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14"/>
            </p:custDataLst>
          </p:nvPr>
        </p:nvSpPr>
        <p:spPr>
          <a:xfrm>
            <a:off x="3356610" y="89916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4076700" y="89916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6"/>
            </p:custDataLst>
          </p:nvPr>
        </p:nvSpPr>
        <p:spPr>
          <a:xfrm>
            <a:off x="4436745" y="89916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6" idx="3"/>
            <a:endCxn id="9" idx="1"/>
          </p:cNvCxnSpPr>
          <p:nvPr/>
        </p:nvCxnSpPr>
        <p:spPr>
          <a:xfrm>
            <a:off x="2193290" y="719455"/>
            <a:ext cx="11633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362835" y="374015"/>
            <a:ext cx="782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Tile</a:t>
            </a:r>
            <a:endParaRPr lang="en-US" altLang="zh-CN"/>
          </a:p>
        </p:txBody>
      </p:sp>
      <p:sp>
        <p:nvSpPr>
          <p:cNvPr id="23" name="矩形 22"/>
          <p:cNvSpPr/>
          <p:nvPr>
            <p:custDataLst>
              <p:tags r:id="rId17"/>
            </p:custDataLst>
          </p:nvPr>
        </p:nvSpPr>
        <p:spPr>
          <a:xfrm>
            <a:off x="5935345" y="182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5575300" y="182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19"/>
            </p:custDataLst>
          </p:nvPr>
        </p:nvSpPr>
        <p:spPr>
          <a:xfrm>
            <a:off x="6295390" y="182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20"/>
            </p:custDataLst>
          </p:nvPr>
        </p:nvSpPr>
        <p:spPr>
          <a:xfrm>
            <a:off x="6655435" y="182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21"/>
            </p:custDataLst>
          </p:nvPr>
        </p:nvSpPr>
        <p:spPr>
          <a:xfrm>
            <a:off x="5935345" y="218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2"/>
            </p:custDataLst>
          </p:nvPr>
        </p:nvSpPr>
        <p:spPr>
          <a:xfrm>
            <a:off x="5575300" y="218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23"/>
            </p:custDataLst>
          </p:nvPr>
        </p:nvSpPr>
        <p:spPr>
          <a:xfrm>
            <a:off x="6295390" y="218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24"/>
            </p:custDataLst>
          </p:nvPr>
        </p:nvSpPr>
        <p:spPr>
          <a:xfrm>
            <a:off x="6655435" y="218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>
            <p:custDataLst>
              <p:tags r:id="rId25"/>
            </p:custDataLst>
          </p:nvPr>
        </p:nvSpPr>
        <p:spPr>
          <a:xfrm>
            <a:off x="5935345" y="254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26"/>
            </p:custDataLst>
          </p:nvPr>
        </p:nvSpPr>
        <p:spPr>
          <a:xfrm>
            <a:off x="5575300" y="254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27"/>
            </p:custDataLst>
          </p:nvPr>
        </p:nvSpPr>
        <p:spPr>
          <a:xfrm>
            <a:off x="6295390" y="254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28"/>
            </p:custDataLst>
          </p:nvPr>
        </p:nvSpPr>
        <p:spPr>
          <a:xfrm>
            <a:off x="6655435" y="254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29"/>
            </p:custDataLst>
          </p:nvPr>
        </p:nvSpPr>
        <p:spPr>
          <a:xfrm>
            <a:off x="5935345" y="17907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>
            <p:custDataLst>
              <p:tags r:id="rId30"/>
            </p:custDataLst>
          </p:nvPr>
        </p:nvSpPr>
        <p:spPr>
          <a:xfrm>
            <a:off x="5575300" y="17907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31"/>
            </p:custDataLst>
          </p:nvPr>
        </p:nvSpPr>
        <p:spPr>
          <a:xfrm>
            <a:off x="6295390" y="17907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32"/>
            </p:custDataLst>
          </p:nvPr>
        </p:nvSpPr>
        <p:spPr>
          <a:xfrm>
            <a:off x="6655435" y="17907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33"/>
            </p:custDataLst>
          </p:nvPr>
        </p:nvSpPr>
        <p:spPr>
          <a:xfrm>
            <a:off x="5935345" y="5391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34"/>
            </p:custDataLst>
          </p:nvPr>
        </p:nvSpPr>
        <p:spPr>
          <a:xfrm>
            <a:off x="5575300" y="5391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35"/>
            </p:custDataLst>
          </p:nvPr>
        </p:nvSpPr>
        <p:spPr>
          <a:xfrm>
            <a:off x="6295390" y="5391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>
            <p:custDataLst>
              <p:tags r:id="rId36"/>
            </p:custDataLst>
          </p:nvPr>
        </p:nvSpPr>
        <p:spPr>
          <a:xfrm>
            <a:off x="6655435" y="5391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37"/>
            </p:custDataLst>
          </p:nvPr>
        </p:nvSpPr>
        <p:spPr>
          <a:xfrm>
            <a:off x="5935345" y="8991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>
            <p:custDataLst>
              <p:tags r:id="rId38"/>
            </p:custDataLst>
          </p:nvPr>
        </p:nvSpPr>
        <p:spPr>
          <a:xfrm>
            <a:off x="5575300" y="8991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>
            <p:custDataLst>
              <p:tags r:id="rId39"/>
            </p:custDataLst>
          </p:nvPr>
        </p:nvSpPr>
        <p:spPr>
          <a:xfrm>
            <a:off x="6295390" y="8991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>
            <p:custDataLst>
              <p:tags r:id="rId40"/>
            </p:custDataLst>
          </p:nvPr>
        </p:nvSpPr>
        <p:spPr>
          <a:xfrm>
            <a:off x="6655435" y="8991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>
            <a:stCxn id="12" idx="3"/>
            <a:endCxn id="40" idx="1"/>
          </p:cNvCxnSpPr>
          <p:nvPr/>
        </p:nvCxnSpPr>
        <p:spPr>
          <a:xfrm>
            <a:off x="4796790" y="719455"/>
            <a:ext cx="7785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41"/>
            </p:custDataLst>
          </p:nvPr>
        </p:nvSpPr>
        <p:spPr>
          <a:xfrm>
            <a:off x="4890770" y="158750"/>
            <a:ext cx="78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黑体" charset="0"/>
                <a:ea typeface="黑体" charset="0"/>
              </a:rPr>
              <a:t>线性投影</a:t>
            </a:r>
            <a:endParaRPr lang="zh-CN" altLang="en-US" sz="1600">
              <a:latin typeface="黑体" charset="0"/>
              <a:ea typeface="黑体" charset="0"/>
            </a:endParaRPr>
          </a:p>
        </p:txBody>
      </p:sp>
      <p:sp>
        <p:nvSpPr>
          <p:cNvPr id="49" name="矩形 48"/>
          <p:cNvSpPr/>
          <p:nvPr>
            <p:custDataLst>
              <p:tags r:id="rId42"/>
            </p:custDataLst>
          </p:nvPr>
        </p:nvSpPr>
        <p:spPr>
          <a:xfrm>
            <a:off x="8396605" y="7423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43"/>
            </p:custDataLst>
          </p:nvPr>
        </p:nvSpPr>
        <p:spPr>
          <a:xfrm>
            <a:off x="8036560" y="7423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>
            <p:custDataLst>
              <p:tags r:id="rId44"/>
            </p:custDataLst>
          </p:nvPr>
        </p:nvSpPr>
        <p:spPr>
          <a:xfrm>
            <a:off x="8756650" y="7423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>
            <p:custDataLst>
              <p:tags r:id="rId45"/>
            </p:custDataLst>
          </p:nvPr>
        </p:nvSpPr>
        <p:spPr>
          <a:xfrm>
            <a:off x="9116695" y="74231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46"/>
            </p:custDataLst>
          </p:nvPr>
        </p:nvSpPr>
        <p:spPr>
          <a:xfrm>
            <a:off x="8396605" y="11023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47"/>
            </p:custDataLst>
          </p:nvPr>
        </p:nvSpPr>
        <p:spPr>
          <a:xfrm>
            <a:off x="8036560" y="11023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48"/>
            </p:custDataLst>
          </p:nvPr>
        </p:nvSpPr>
        <p:spPr>
          <a:xfrm>
            <a:off x="8756650" y="11023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>
            <p:custDataLst>
              <p:tags r:id="rId49"/>
            </p:custDataLst>
          </p:nvPr>
        </p:nvSpPr>
        <p:spPr>
          <a:xfrm>
            <a:off x="9116695" y="110236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>
            <p:custDataLst>
              <p:tags r:id="rId50"/>
            </p:custDataLst>
          </p:nvPr>
        </p:nvSpPr>
        <p:spPr>
          <a:xfrm>
            <a:off x="8396605" y="14624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>
            <p:custDataLst>
              <p:tags r:id="rId51"/>
            </p:custDataLst>
          </p:nvPr>
        </p:nvSpPr>
        <p:spPr>
          <a:xfrm>
            <a:off x="8036560" y="14624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52"/>
            </p:custDataLst>
          </p:nvPr>
        </p:nvSpPr>
        <p:spPr>
          <a:xfrm>
            <a:off x="8756650" y="14624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53"/>
            </p:custDataLst>
          </p:nvPr>
        </p:nvSpPr>
        <p:spPr>
          <a:xfrm>
            <a:off x="9116695" y="14624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54"/>
            </p:custDataLst>
          </p:nvPr>
        </p:nvSpPr>
        <p:spPr>
          <a:xfrm>
            <a:off x="9836785" y="74231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55"/>
            </p:custDataLst>
          </p:nvPr>
        </p:nvSpPr>
        <p:spPr>
          <a:xfrm>
            <a:off x="9476740" y="74231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56"/>
            </p:custDataLst>
          </p:nvPr>
        </p:nvSpPr>
        <p:spPr>
          <a:xfrm>
            <a:off x="10196830" y="74231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>
            <p:custDataLst>
              <p:tags r:id="rId57"/>
            </p:custDataLst>
          </p:nvPr>
        </p:nvSpPr>
        <p:spPr>
          <a:xfrm>
            <a:off x="10556875" y="74231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>
            <p:custDataLst>
              <p:tags r:id="rId58"/>
            </p:custDataLst>
          </p:nvPr>
        </p:nvSpPr>
        <p:spPr>
          <a:xfrm>
            <a:off x="9836785" y="110236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>
            <p:custDataLst>
              <p:tags r:id="rId59"/>
            </p:custDataLst>
          </p:nvPr>
        </p:nvSpPr>
        <p:spPr>
          <a:xfrm>
            <a:off x="9476740" y="110236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>
            <p:custDataLst>
              <p:tags r:id="rId60"/>
            </p:custDataLst>
          </p:nvPr>
        </p:nvSpPr>
        <p:spPr>
          <a:xfrm>
            <a:off x="10196830" y="110236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>
            <p:custDataLst>
              <p:tags r:id="rId61"/>
            </p:custDataLst>
          </p:nvPr>
        </p:nvSpPr>
        <p:spPr>
          <a:xfrm>
            <a:off x="10556875" y="110236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>
            <p:custDataLst>
              <p:tags r:id="rId62"/>
            </p:custDataLst>
          </p:nvPr>
        </p:nvSpPr>
        <p:spPr>
          <a:xfrm>
            <a:off x="9836785" y="146240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>
            <p:custDataLst>
              <p:tags r:id="rId63"/>
            </p:custDataLst>
          </p:nvPr>
        </p:nvSpPr>
        <p:spPr>
          <a:xfrm>
            <a:off x="9476740" y="146240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>
            <p:custDataLst>
              <p:tags r:id="rId64"/>
            </p:custDataLst>
          </p:nvPr>
        </p:nvSpPr>
        <p:spPr>
          <a:xfrm>
            <a:off x="10196830" y="146240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>
            <p:custDataLst>
              <p:tags r:id="rId65"/>
            </p:custDataLst>
          </p:nvPr>
        </p:nvSpPr>
        <p:spPr>
          <a:xfrm>
            <a:off x="10556875" y="146240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3" name="直接箭头连接符 72"/>
          <p:cNvCxnSpPr>
            <a:stCxn id="42" idx="3"/>
            <a:endCxn id="54" idx="1"/>
          </p:cNvCxnSpPr>
          <p:nvPr/>
        </p:nvCxnSpPr>
        <p:spPr>
          <a:xfrm>
            <a:off x="7015480" y="719455"/>
            <a:ext cx="1021080" cy="563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30" idx="3"/>
            <a:endCxn id="54" idx="1"/>
          </p:cNvCxnSpPr>
          <p:nvPr>
            <p:custDataLst>
              <p:tags r:id="rId66"/>
            </p:custDataLst>
          </p:nvPr>
        </p:nvCxnSpPr>
        <p:spPr>
          <a:xfrm flipV="1">
            <a:off x="7015480" y="1282700"/>
            <a:ext cx="1021080" cy="1080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>
            <p:custDataLst>
              <p:tags r:id="rId67"/>
            </p:custDataLst>
          </p:nvPr>
        </p:nvSpPr>
        <p:spPr>
          <a:xfrm>
            <a:off x="7084060" y="1136650"/>
            <a:ext cx="887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黑体" charset="0"/>
                <a:ea typeface="黑体" charset="0"/>
              </a:rPr>
              <a:t>concat</a:t>
            </a:r>
            <a:endParaRPr lang="en-US" altLang="zh-CN" sz="1600">
              <a:latin typeface="黑体" charset="0"/>
              <a:ea typeface="黑体" charset="0"/>
            </a:endParaRPr>
          </a:p>
        </p:txBody>
      </p:sp>
      <p:sp>
        <p:nvSpPr>
          <p:cNvPr id="76" name="矩形 75"/>
          <p:cNvSpPr/>
          <p:nvPr>
            <p:custDataLst>
              <p:tags r:id="rId68"/>
            </p:custDataLst>
          </p:nvPr>
        </p:nvSpPr>
        <p:spPr>
          <a:xfrm>
            <a:off x="1113155" y="415925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>
            <p:custDataLst>
              <p:tags r:id="rId69"/>
            </p:custDataLst>
          </p:nvPr>
        </p:nvSpPr>
        <p:spPr>
          <a:xfrm>
            <a:off x="753110" y="415925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>
            <p:custDataLst>
              <p:tags r:id="rId70"/>
            </p:custDataLst>
          </p:nvPr>
        </p:nvSpPr>
        <p:spPr>
          <a:xfrm>
            <a:off x="1473200" y="415925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>
            <p:custDataLst>
              <p:tags r:id="rId71"/>
            </p:custDataLst>
          </p:nvPr>
        </p:nvSpPr>
        <p:spPr>
          <a:xfrm>
            <a:off x="1833245" y="4159250"/>
            <a:ext cx="360000" cy="36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>
            <p:custDataLst>
              <p:tags r:id="rId72"/>
            </p:custDataLst>
          </p:nvPr>
        </p:nvSpPr>
        <p:spPr>
          <a:xfrm>
            <a:off x="3716655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>
            <p:custDataLst>
              <p:tags r:id="rId73"/>
            </p:custDataLst>
          </p:nvPr>
        </p:nvSpPr>
        <p:spPr>
          <a:xfrm>
            <a:off x="3356610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>
            <p:custDataLst>
              <p:tags r:id="rId74"/>
            </p:custDataLst>
          </p:nvPr>
        </p:nvSpPr>
        <p:spPr>
          <a:xfrm>
            <a:off x="4076700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>
            <p:custDataLst>
              <p:tags r:id="rId75"/>
            </p:custDataLst>
          </p:nvPr>
        </p:nvSpPr>
        <p:spPr>
          <a:xfrm>
            <a:off x="4436745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2" name="直接箭头连接符 91"/>
          <p:cNvCxnSpPr>
            <a:stCxn id="79" idx="3"/>
            <a:endCxn id="85" idx="1"/>
          </p:cNvCxnSpPr>
          <p:nvPr>
            <p:custDataLst>
              <p:tags r:id="rId76"/>
            </p:custDataLst>
          </p:nvPr>
        </p:nvCxnSpPr>
        <p:spPr>
          <a:xfrm>
            <a:off x="2193290" y="4339590"/>
            <a:ext cx="11633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>
            <p:custDataLst>
              <p:tags r:id="rId77"/>
            </p:custDataLst>
          </p:nvPr>
        </p:nvSpPr>
        <p:spPr>
          <a:xfrm>
            <a:off x="4796790" y="3971290"/>
            <a:ext cx="782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Tile</a:t>
            </a:r>
            <a:endParaRPr lang="en-US" altLang="zh-CN"/>
          </a:p>
        </p:txBody>
      </p:sp>
      <p:sp>
        <p:nvSpPr>
          <p:cNvPr id="94" name="矩形 93"/>
          <p:cNvSpPr/>
          <p:nvPr>
            <p:custDataLst>
              <p:tags r:id="rId78"/>
            </p:custDataLst>
          </p:nvPr>
        </p:nvSpPr>
        <p:spPr>
          <a:xfrm>
            <a:off x="5935345" y="544258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>
            <p:custDataLst>
              <p:tags r:id="rId79"/>
            </p:custDataLst>
          </p:nvPr>
        </p:nvSpPr>
        <p:spPr>
          <a:xfrm>
            <a:off x="5575300" y="544258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>
            <p:custDataLst>
              <p:tags r:id="rId80"/>
            </p:custDataLst>
          </p:nvPr>
        </p:nvSpPr>
        <p:spPr>
          <a:xfrm>
            <a:off x="6295390" y="544258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>
            <p:custDataLst>
              <p:tags r:id="rId81"/>
            </p:custDataLst>
          </p:nvPr>
        </p:nvSpPr>
        <p:spPr>
          <a:xfrm>
            <a:off x="6655435" y="544258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>
            <p:custDataLst>
              <p:tags r:id="rId82"/>
            </p:custDataLst>
          </p:nvPr>
        </p:nvSpPr>
        <p:spPr>
          <a:xfrm>
            <a:off x="5935345" y="580263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>
            <p:custDataLst>
              <p:tags r:id="rId83"/>
            </p:custDataLst>
          </p:nvPr>
        </p:nvSpPr>
        <p:spPr>
          <a:xfrm>
            <a:off x="5575300" y="580263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>
            <p:custDataLst>
              <p:tags r:id="rId84"/>
            </p:custDataLst>
          </p:nvPr>
        </p:nvSpPr>
        <p:spPr>
          <a:xfrm>
            <a:off x="6295390" y="580263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>
            <p:custDataLst>
              <p:tags r:id="rId85"/>
            </p:custDataLst>
          </p:nvPr>
        </p:nvSpPr>
        <p:spPr>
          <a:xfrm>
            <a:off x="6655435" y="580263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>
            <p:custDataLst>
              <p:tags r:id="rId86"/>
            </p:custDataLst>
          </p:nvPr>
        </p:nvSpPr>
        <p:spPr>
          <a:xfrm>
            <a:off x="5935345" y="616267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>
            <p:custDataLst>
              <p:tags r:id="rId87"/>
            </p:custDataLst>
          </p:nvPr>
        </p:nvSpPr>
        <p:spPr>
          <a:xfrm>
            <a:off x="5575300" y="616267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>
            <p:custDataLst>
              <p:tags r:id="rId88"/>
            </p:custDataLst>
          </p:nvPr>
        </p:nvSpPr>
        <p:spPr>
          <a:xfrm>
            <a:off x="6295390" y="616267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>
            <p:custDataLst>
              <p:tags r:id="rId89"/>
            </p:custDataLst>
          </p:nvPr>
        </p:nvSpPr>
        <p:spPr>
          <a:xfrm>
            <a:off x="6655435" y="616267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>
            <p:custDataLst>
              <p:tags r:id="rId90"/>
            </p:custDataLst>
          </p:nvPr>
        </p:nvSpPr>
        <p:spPr>
          <a:xfrm>
            <a:off x="5935345" y="37992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>
            <p:custDataLst>
              <p:tags r:id="rId91"/>
            </p:custDataLst>
          </p:nvPr>
        </p:nvSpPr>
        <p:spPr>
          <a:xfrm>
            <a:off x="5575300" y="37992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>
            <p:custDataLst>
              <p:tags r:id="rId92"/>
            </p:custDataLst>
          </p:nvPr>
        </p:nvSpPr>
        <p:spPr>
          <a:xfrm>
            <a:off x="6295390" y="37992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矩形 108"/>
          <p:cNvSpPr/>
          <p:nvPr>
            <p:custDataLst>
              <p:tags r:id="rId93"/>
            </p:custDataLst>
          </p:nvPr>
        </p:nvSpPr>
        <p:spPr>
          <a:xfrm>
            <a:off x="6655435" y="379920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矩形 109"/>
          <p:cNvSpPr/>
          <p:nvPr>
            <p:custDataLst>
              <p:tags r:id="rId94"/>
            </p:custDataLst>
          </p:nvPr>
        </p:nvSpPr>
        <p:spPr>
          <a:xfrm>
            <a:off x="5935345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矩形 110"/>
          <p:cNvSpPr/>
          <p:nvPr>
            <p:custDataLst>
              <p:tags r:id="rId95"/>
            </p:custDataLst>
          </p:nvPr>
        </p:nvSpPr>
        <p:spPr>
          <a:xfrm>
            <a:off x="5575300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矩形 111"/>
          <p:cNvSpPr/>
          <p:nvPr>
            <p:custDataLst>
              <p:tags r:id="rId96"/>
            </p:custDataLst>
          </p:nvPr>
        </p:nvSpPr>
        <p:spPr>
          <a:xfrm>
            <a:off x="6295390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矩形 112"/>
          <p:cNvSpPr/>
          <p:nvPr>
            <p:custDataLst>
              <p:tags r:id="rId97"/>
            </p:custDataLst>
          </p:nvPr>
        </p:nvSpPr>
        <p:spPr>
          <a:xfrm>
            <a:off x="6655435" y="41592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矩形 113"/>
          <p:cNvSpPr/>
          <p:nvPr>
            <p:custDataLst>
              <p:tags r:id="rId98"/>
            </p:custDataLst>
          </p:nvPr>
        </p:nvSpPr>
        <p:spPr>
          <a:xfrm>
            <a:off x="5935345" y="45192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矩形 114"/>
          <p:cNvSpPr/>
          <p:nvPr>
            <p:custDataLst>
              <p:tags r:id="rId99"/>
            </p:custDataLst>
          </p:nvPr>
        </p:nvSpPr>
        <p:spPr>
          <a:xfrm>
            <a:off x="5575300" y="45192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 115"/>
          <p:cNvSpPr/>
          <p:nvPr>
            <p:custDataLst>
              <p:tags r:id="rId100"/>
            </p:custDataLst>
          </p:nvPr>
        </p:nvSpPr>
        <p:spPr>
          <a:xfrm>
            <a:off x="6295390" y="45192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矩形 116"/>
          <p:cNvSpPr/>
          <p:nvPr>
            <p:custDataLst>
              <p:tags r:id="rId101"/>
            </p:custDataLst>
          </p:nvPr>
        </p:nvSpPr>
        <p:spPr>
          <a:xfrm>
            <a:off x="6655435" y="45192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8" name="直接箭头连接符 117"/>
          <p:cNvCxnSpPr>
            <a:stCxn id="87" idx="3"/>
            <a:endCxn id="111" idx="1"/>
          </p:cNvCxnSpPr>
          <p:nvPr>
            <p:custDataLst>
              <p:tags r:id="rId102"/>
            </p:custDataLst>
          </p:nvPr>
        </p:nvCxnSpPr>
        <p:spPr>
          <a:xfrm>
            <a:off x="4796790" y="4339590"/>
            <a:ext cx="7785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>
            <p:custDataLst>
              <p:tags r:id="rId103"/>
            </p:custDataLst>
          </p:nvPr>
        </p:nvSpPr>
        <p:spPr>
          <a:xfrm>
            <a:off x="2362835" y="3756025"/>
            <a:ext cx="78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黑体" charset="0"/>
                <a:ea typeface="黑体" charset="0"/>
              </a:rPr>
              <a:t>线性投影</a:t>
            </a:r>
            <a:endParaRPr lang="zh-CN" altLang="en-US" sz="1600">
              <a:latin typeface="黑体" charset="0"/>
              <a:ea typeface="黑体" charset="0"/>
            </a:endParaRPr>
          </a:p>
        </p:txBody>
      </p:sp>
      <p:sp>
        <p:nvSpPr>
          <p:cNvPr id="120" name="矩形 119"/>
          <p:cNvSpPr/>
          <p:nvPr>
            <p:custDataLst>
              <p:tags r:id="rId104"/>
            </p:custDataLst>
          </p:nvPr>
        </p:nvSpPr>
        <p:spPr>
          <a:xfrm>
            <a:off x="8396605" y="43624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矩形 120"/>
          <p:cNvSpPr/>
          <p:nvPr>
            <p:custDataLst>
              <p:tags r:id="rId105"/>
            </p:custDataLst>
          </p:nvPr>
        </p:nvSpPr>
        <p:spPr>
          <a:xfrm>
            <a:off x="8036560" y="43624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矩形 121"/>
          <p:cNvSpPr/>
          <p:nvPr>
            <p:custDataLst>
              <p:tags r:id="rId106"/>
            </p:custDataLst>
          </p:nvPr>
        </p:nvSpPr>
        <p:spPr>
          <a:xfrm>
            <a:off x="8756650" y="43624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矩形 122"/>
          <p:cNvSpPr/>
          <p:nvPr>
            <p:custDataLst>
              <p:tags r:id="rId107"/>
            </p:custDataLst>
          </p:nvPr>
        </p:nvSpPr>
        <p:spPr>
          <a:xfrm>
            <a:off x="9116695" y="436245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矩形 123"/>
          <p:cNvSpPr/>
          <p:nvPr>
            <p:custDataLst>
              <p:tags r:id="rId108"/>
            </p:custDataLst>
          </p:nvPr>
        </p:nvSpPr>
        <p:spPr>
          <a:xfrm>
            <a:off x="8396605" y="47224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矩形 124"/>
          <p:cNvSpPr/>
          <p:nvPr>
            <p:custDataLst>
              <p:tags r:id="rId109"/>
            </p:custDataLst>
          </p:nvPr>
        </p:nvSpPr>
        <p:spPr>
          <a:xfrm>
            <a:off x="8036560" y="47224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矩形 125"/>
          <p:cNvSpPr/>
          <p:nvPr>
            <p:custDataLst>
              <p:tags r:id="rId110"/>
            </p:custDataLst>
          </p:nvPr>
        </p:nvSpPr>
        <p:spPr>
          <a:xfrm>
            <a:off x="8756650" y="47224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矩形 126"/>
          <p:cNvSpPr/>
          <p:nvPr>
            <p:custDataLst>
              <p:tags r:id="rId111"/>
            </p:custDataLst>
          </p:nvPr>
        </p:nvSpPr>
        <p:spPr>
          <a:xfrm>
            <a:off x="9116695" y="4722495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矩形 127"/>
          <p:cNvSpPr/>
          <p:nvPr>
            <p:custDataLst>
              <p:tags r:id="rId112"/>
            </p:custDataLst>
          </p:nvPr>
        </p:nvSpPr>
        <p:spPr>
          <a:xfrm>
            <a:off x="8396605" y="508254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矩形 128"/>
          <p:cNvSpPr/>
          <p:nvPr>
            <p:custDataLst>
              <p:tags r:id="rId113"/>
            </p:custDataLst>
          </p:nvPr>
        </p:nvSpPr>
        <p:spPr>
          <a:xfrm>
            <a:off x="8036560" y="508254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矩形 129"/>
          <p:cNvSpPr/>
          <p:nvPr>
            <p:custDataLst>
              <p:tags r:id="rId114"/>
            </p:custDataLst>
          </p:nvPr>
        </p:nvSpPr>
        <p:spPr>
          <a:xfrm>
            <a:off x="8756650" y="508254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矩形 130"/>
          <p:cNvSpPr/>
          <p:nvPr>
            <p:custDataLst>
              <p:tags r:id="rId115"/>
            </p:custDataLst>
          </p:nvPr>
        </p:nvSpPr>
        <p:spPr>
          <a:xfrm>
            <a:off x="9116695" y="508254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矩形 131"/>
          <p:cNvSpPr/>
          <p:nvPr>
            <p:custDataLst>
              <p:tags r:id="rId116"/>
            </p:custDataLst>
          </p:nvPr>
        </p:nvSpPr>
        <p:spPr>
          <a:xfrm>
            <a:off x="9836785" y="436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矩形 132"/>
          <p:cNvSpPr/>
          <p:nvPr>
            <p:custDataLst>
              <p:tags r:id="rId117"/>
            </p:custDataLst>
          </p:nvPr>
        </p:nvSpPr>
        <p:spPr>
          <a:xfrm>
            <a:off x="9476740" y="436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矩形 133"/>
          <p:cNvSpPr/>
          <p:nvPr>
            <p:custDataLst>
              <p:tags r:id="rId118"/>
            </p:custDataLst>
          </p:nvPr>
        </p:nvSpPr>
        <p:spPr>
          <a:xfrm>
            <a:off x="10196830" y="436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矩形 134"/>
          <p:cNvSpPr/>
          <p:nvPr>
            <p:custDataLst>
              <p:tags r:id="rId119"/>
            </p:custDataLst>
          </p:nvPr>
        </p:nvSpPr>
        <p:spPr>
          <a:xfrm>
            <a:off x="10556875" y="436245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矩形 135"/>
          <p:cNvSpPr/>
          <p:nvPr>
            <p:custDataLst>
              <p:tags r:id="rId120"/>
            </p:custDataLst>
          </p:nvPr>
        </p:nvSpPr>
        <p:spPr>
          <a:xfrm>
            <a:off x="9836785" y="472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矩形 136"/>
          <p:cNvSpPr/>
          <p:nvPr>
            <p:custDataLst>
              <p:tags r:id="rId121"/>
            </p:custDataLst>
          </p:nvPr>
        </p:nvSpPr>
        <p:spPr>
          <a:xfrm>
            <a:off x="9476740" y="472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矩形 137"/>
          <p:cNvSpPr/>
          <p:nvPr>
            <p:custDataLst>
              <p:tags r:id="rId122"/>
            </p:custDataLst>
          </p:nvPr>
        </p:nvSpPr>
        <p:spPr>
          <a:xfrm>
            <a:off x="10196830" y="472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矩形 138"/>
          <p:cNvSpPr/>
          <p:nvPr>
            <p:custDataLst>
              <p:tags r:id="rId123"/>
            </p:custDataLst>
          </p:nvPr>
        </p:nvSpPr>
        <p:spPr>
          <a:xfrm>
            <a:off x="10556875" y="4722495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矩形 139"/>
          <p:cNvSpPr/>
          <p:nvPr>
            <p:custDataLst>
              <p:tags r:id="rId124"/>
            </p:custDataLst>
          </p:nvPr>
        </p:nvSpPr>
        <p:spPr>
          <a:xfrm>
            <a:off x="9836785" y="508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>
            <p:custDataLst>
              <p:tags r:id="rId125"/>
            </p:custDataLst>
          </p:nvPr>
        </p:nvSpPr>
        <p:spPr>
          <a:xfrm>
            <a:off x="9476740" y="508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矩形 141"/>
          <p:cNvSpPr/>
          <p:nvPr>
            <p:custDataLst>
              <p:tags r:id="rId126"/>
            </p:custDataLst>
          </p:nvPr>
        </p:nvSpPr>
        <p:spPr>
          <a:xfrm>
            <a:off x="10196830" y="508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>
            <p:custDataLst>
              <p:tags r:id="rId127"/>
            </p:custDataLst>
          </p:nvPr>
        </p:nvSpPr>
        <p:spPr>
          <a:xfrm>
            <a:off x="10556875" y="5082540"/>
            <a:ext cx="36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4" name="直接箭头连接符 143"/>
          <p:cNvCxnSpPr>
            <a:stCxn id="113" idx="3"/>
            <a:endCxn id="125" idx="1"/>
          </p:cNvCxnSpPr>
          <p:nvPr>
            <p:custDataLst>
              <p:tags r:id="rId128"/>
            </p:custDataLst>
          </p:nvPr>
        </p:nvCxnSpPr>
        <p:spPr>
          <a:xfrm>
            <a:off x="7015480" y="4339590"/>
            <a:ext cx="1021080" cy="563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>
            <a:stCxn id="101" idx="3"/>
            <a:endCxn id="125" idx="1"/>
          </p:cNvCxnSpPr>
          <p:nvPr>
            <p:custDataLst>
              <p:tags r:id="rId129"/>
            </p:custDataLst>
          </p:nvPr>
        </p:nvCxnSpPr>
        <p:spPr>
          <a:xfrm flipV="1">
            <a:off x="7015480" y="4902835"/>
            <a:ext cx="1021080" cy="1080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>
            <p:custDataLst>
              <p:tags r:id="rId130"/>
            </p:custDataLst>
          </p:nvPr>
        </p:nvSpPr>
        <p:spPr>
          <a:xfrm>
            <a:off x="7084060" y="4756785"/>
            <a:ext cx="887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黑体" charset="0"/>
                <a:ea typeface="黑体" charset="0"/>
              </a:rPr>
              <a:t>concat</a:t>
            </a:r>
            <a:endParaRPr lang="en-US" altLang="zh-CN" sz="1600">
              <a:latin typeface="黑体" charset="0"/>
              <a:ea typeface="黑体" charset="0"/>
            </a:endParaRPr>
          </a:p>
        </p:txBody>
      </p:sp>
      <p:sp>
        <p:nvSpPr>
          <p:cNvPr id="225" name="文本框 224"/>
          <p:cNvSpPr txBox="1"/>
          <p:nvPr>
            <p:custDataLst>
              <p:tags r:id="rId131"/>
            </p:custDataLst>
          </p:nvPr>
        </p:nvSpPr>
        <p:spPr>
          <a:xfrm>
            <a:off x="891540" y="975995"/>
            <a:ext cx="1136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用户特征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147" name="文本框 146"/>
          <p:cNvSpPr txBox="1"/>
          <p:nvPr>
            <p:custDataLst>
              <p:tags r:id="rId132"/>
            </p:custDataLst>
          </p:nvPr>
        </p:nvSpPr>
        <p:spPr>
          <a:xfrm>
            <a:off x="891540" y="4596130"/>
            <a:ext cx="1136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用户特征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148" name="文本框 147"/>
          <p:cNvSpPr txBox="1"/>
          <p:nvPr>
            <p:custDataLst>
              <p:tags r:id="rId133"/>
            </p:custDataLst>
          </p:nvPr>
        </p:nvSpPr>
        <p:spPr>
          <a:xfrm>
            <a:off x="4436745" y="2182495"/>
            <a:ext cx="1136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商品</a:t>
            </a:r>
            <a:r>
              <a:rPr lang="zh-CN" altLang="en-US" sz="1400">
                <a:latin typeface="黑体" charset="0"/>
                <a:ea typeface="黑体" charset="0"/>
              </a:rPr>
              <a:t>特征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149" name="文本框 148"/>
          <p:cNvSpPr txBox="1"/>
          <p:nvPr>
            <p:custDataLst>
              <p:tags r:id="rId134"/>
            </p:custDataLst>
          </p:nvPr>
        </p:nvSpPr>
        <p:spPr>
          <a:xfrm>
            <a:off x="4436745" y="5802630"/>
            <a:ext cx="1136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商品</a:t>
            </a:r>
            <a:r>
              <a:rPr lang="zh-CN" altLang="en-US" sz="1400">
                <a:latin typeface="黑体" charset="0"/>
                <a:ea typeface="黑体" charset="0"/>
              </a:rPr>
              <a:t>特征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378" name="下箭头 377"/>
          <p:cNvSpPr/>
          <p:nvPr>
            <p:custDataLst>
              <p:tags r:id="rId135"/>
            </p:custDataLst>
          </p:nvPr>
        </p:nvSpPr>
        <p:spPr>
          <a:xfrm>
            <a:off x="1610360" y="2021205"/>
            <a:ext cx="222885" cy="176784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9" name="文本框 378"/>
          <p:cNvSpPr txBox="1"/>
          <p:nvPr>
            <p:custDataLst>
              <p:tags r:id="rId136"/>
            </p:custDataLst>
          </p:nvPr>
        </p:nvSpPr>
        <p:spPr>
          <a:xfrm>
            <a:off x="1927860" y="2489200"/>
            <a:ext cx="193357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Tile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下推优化后</a:t>
            </a:r>
            <a:endParaRPr lang="zh-CN" altLang="en-US" sz="1400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032365" y="2905760"/>
            <a:ext cx="944880" cy="16363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5" name="文本框 354"/>
          <p:cNvSpPr txBox="1"/>
          <p:nvPr>
            <p:custDataLst>
              <p:tags r:id="rId1"/>
            </p:custDataLst>
          </p:nvPr>
        </p:nvSpPr>
        <p:spPr>
          <a:xfrm>
            <a:off x="11012170" y="3601085"/>
            <a:ext cx="6883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Batch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100945" y="2564130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466465" y="922020"/>
            <a:ext cx="639826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661920" y="1287145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053965" y="676910"/>
            <a:ext cx="14281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sequence_length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0032365" y="2905760"/>
            <a:ext cx="944880" cy="1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187190" y="922020"/>
            <a:ext cx="360000" cy="97472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5332730" y="248475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肘形连接符 2"/>
          <p:cNvCxnSpPr>
            <a:stCxn id="9" idx="1"/>
          </p:cNvCxnSpPr>
          <p:nvPr/>
        </p:nvCxnSpPr>
        <p:spPr>
          <a:xfrm rot="10800000">
            <a:off x="5704205" y="2580640"/>
            <a:ext cx="4328160" cy="414655"/>
          </a:xfrm>
          <a:prstGeom prst="bentConnector3">
            <a:avLst>
              <a:gd name="adj1" fmla="val 49985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10" idx="2"/>
            <a:endCxn id="11" idx="0"/>
          </p:cNvCxnSpPr>
          <p:nvPr/>
        </p:nvCxnSpPr>
        <p:spPr>
          <a:xfrm rot="5400000" flipV="1">
            <a:off x="4646295" y="1617980"/>
            <a:ext cx="588010" cy="114554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682490" y="248475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332730" y="266446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5332730" y="284162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5332730" y="302133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513070" y="325755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3"/>
            </p:custDataLst>
          </p:nvPr>
        </p:nvSpPr>
        <p:spPr>
          <a:xfrm>
            <a:off x="5513070" y="333756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5513070" y="341757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5"/>
            </p:custDataLst>
          </p:nvPr>
        </p:nvSpPr>
        <p:spPr>
          <a:xfrm>
            <a:off x="5513070" y="349758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6"/>
            </p:custDataLst>
          </p:nvPr>
        </p:nvSpPr>
        <p:spPr>
          <a:xfrm>
            <a:off x="5513070" y="357759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5513070" y="365760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5513070" y="373761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9"/>
            </p:custDataLst>
          </p:nvPr>
        </p:nvSpPr>
        <p:spPr>
          <a:xfrm>
            <a:off x="5332730" y="385508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5332730" y="403479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1"/>
            </p:custDataLst>
          </p:nvPr>
        </p:nvSpPr>
        <p:spPr>
          <a:xfrm>
            <a:off x="4682490" y="263080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2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22"/>
            </p:custDataLst>
          </p:nvPr>
        </p:nvSpPr>
        <p:spPr>
          <a:xfrm>
            <a:off x="4679950" y="27971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3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23"/>
            </p:custDataLst>
          </p:nvPr>
        </p:nvSpPr>
        <p:spPr>
          <a:xfrm>
            <a:off x="4682490" y="29876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4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4592955" y="381190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n-1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5"/>
            </p:custDataLst>
          </p:nvPr>
        </p:nvSpPr>
        <p:spPr>
          <a:xfrm>
            <a:off x="4654550" y="411162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7" name="矩形 36"/>
          <p:cNvSpPr/>
          <p:nvPr>
            <p:custDataLst>
              <p:tags r:id="rId26"/>
            </p:custDataLst>
          </p:nvPr>
        </p:nvSpPr>
        <p:spPr>
          <a:xfrm>
            <a:off x="10032365" y="4362450"/>
            <a:ext cx="944880" cy="1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肘形连接符 37"/>
          <p:cNvCxnSpPr>
            <a:stCxn id="37" idx="1"/>
            <a:endCxn id="25" idx="3"/>
          </p:cNvCxnSpPr>
          <p:nvPr>
            <p:custDataLst>
              <p:tags r:id="rId27"/>
            </p:custDataLst>
          </p:nvPr>
        </p:nvCxnSpPr>
        <p:spPr>
          <a:xfrm rot="10800000">
            <a:off x="5692775" y="4124960"/>
            <a:ext cx="4339590" cy="32766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10" idx="2"/>
            <a:endCxn id="25" idx="1"/>
          </p:cNvCxnSpPr>
          <p:nvPr>
            <p:custDataLst>
              <p:tags r:id="rId28"/>
            </p:custDataLst>
          </p:nvPr>
        </p:nvCxnSpPr>
        <p:spPr>
          <a:xfrm rot="5400000" flipV="1">
            <a:off x="3736340" y="2527935"/>
            <a:ext cx="2228215" cy="965200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右箭头 39"/>
          <p:cNvSpPr/>
          <p:nvPr/>
        </p:nvSpPr>
        <p:spPr>
          <a:xfrm>
            <a:off x="4692650" y="1504950"/>
            <a:ext cx="1066800" cy="203200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4756150" y="1045845"/>
            <a:ext cx="106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数据块</a:t>
            </a:r>
            <a:br>
              <a:rPr lang="zh-CN" altLang="en-US" sz="1400">
                <a:latin typeface="黑体" charset="0"/>
                <a:ea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</a:rPr>
              <a:t>移动方向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482080" y="3247390"/>
            <a:ext cx="944880" cy="16363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5" name="文本框 354"/>
          <p:cNvSpPr txBox="1"/>
          <p:nvPr>
            <p:custDataLst>
              <p:tags r:id="rId1"/>
            </p:custDataLst>
          </p:nvPr>
        </p:nvSpPr>
        <p:spPr>
          <a:xfrm>
            <a:off x="7461885" y="3942715"/>
            <a:ext cx="6883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Batch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550660" y="2905760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466465" y="92202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661920" y="1287145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537835" y="471805"/>
            <a:ext cx="14281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sequence_length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6482080" y="3247390"/>
            <a:ext cx="944880" cy="3663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187190" y="922020"/>
            <a:ext cx="360000" cy="97472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5332730" y="248475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肘形连接符 2"/>
          <p:cNvCxnSpPr>
            <a:stCxn id="9" idx="1"/>
            <a:endCxn id="11" idx="3"/>
          </p:cNvCxnSpPr>
          <p:nvPr/>
        </p:nvCxnSpPr>
        <p:spPr>
          <a:xfrm rot="10800000">
            <a:off x="5692775" y="2574925"/>
            <a:ext cx="789305" cy="855980"/>
          </a:xfrm>
          <a:prstGeom prst="bentConnector3">
            <a:avLst>
              <a:gd name="adj1" fmla="val 4996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10" idx="2"/>
            <a:endCxn id="11" idx="0"/>
          </p:cNvCxnSpPr>
          <p:nvPr/>
        </p:nvCxnSpPr>
        <p:spPr>
          <a:xfrm rot="5400000" flipV="1">
            <a:off x="4646295" y="1617980"/>
            <a:ext cx="588010" cy="114554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682490" y="248475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332730" y="266446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5332730" y="284162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5332730" y="302133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513070" y="325755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3"/>
            </p:custDataLst>
          </p:nvPr>
        </p:nvSpPr>
        <p:spPr>
          <a:xfrm>
            <a:off x="5513070" y="333756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5513070" y="341757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5"/>
            </p:custDataLst>
          </p:nvPr>
        </p:nvSpPr>
        <p:spPr>
          <a:xfrm>
            <a:off x="5513070" y="349758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6"/>
            </p:custDataLst>
          </p:nvPr>
        </p:nvSpPr>
        <p:spPr>
          <a:xfrm>
            <a:off x="5513070" y="357759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5513070" y="365760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5513070" y="373761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9"/>
            </p:custDataLst>
          </p:nvPr>
        </p:nvSpPr>
        <p:spPr>
          <a:xfrm>
            <a:off x="5332730" y="385508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5332730" y="403479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1"/>
            </p:custDataLst>
          </p:nvPr>
        </p:nvSpPr>
        <p:spPr>
          <a:xfrm>
            <a:off x="4682490" y="263080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2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22"/>
            </p:custDataLst>
          </p:nvPr>
        </p:nvSpPr>
        <p:spPr>
          <a:xfrm>
            <a:off x="4679950" y="27971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3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23"/>
            </p:custDataLst>
          </p:nvPr>
        </p:nvSpPr>
        <p:spPr>
          <a:xfrm>
            <a:off x="4682490" y="29876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4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4592955" y="381190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n-1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5"/>
            </p:custDataLst>
          </p:nvPr>
        </p:nvSpPr>
        <p:spPr>
          <a:xfrm>
            <a:off x="4654550" y="411162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7" name="矩形 36"/>
          <p:cNvSpPr/>
          <p:nvPr>
            <p:custDataLst>
              <p:tags r:id="rId26"/>
            </p:custDataLst>
          </p:nvPr>
        </p:nvSpPr>
        <p:spPr>
          <a:xfrm>
            <a:off x="6482080" y="4517390"/>
            <a:ext cx="944880" cy="3663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肘形连接符 37"/>
          <p:cNvCxnSpPr>
            <a:stCxn id="37" idx="1"/>
            <a:endCxn id="25" idx="3"/>
          </p:cNvCxnSpPr>
          <p:nvPr>
            <p:custDataLst>
              <p:tags r:id="rId27"/>
            </p:custDataLst>
          </p:nvPr>
        </p:nvCxnSpPr>
        <p:spPr>
          <a:xfrm rot="10800000">
            <a:off x="5692775" y="4124960"/>
            <a:ext cx="789305" cy="575945"/>
          </a:xfrm>
          <a:prstGeom prst="bentConnector3">
            <a:avLst>
              <a:gd name="adj1" fmla="val 4996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10" idx="2"/>
            <a:endCxn id="25" idx="1"/>
          </p:cNvCxnSpPr>
          <p:nvPr>
            <p:custDataLst>
              <p:tags r:id="rId28"/>
            </p:custDataLst>
          </p:nvPr>
        </p:nvCxnSpPr>
        <p:spPr>
          <a:xfrm rot="5400000" flipV="1">
            <a:off x="3736340" y="2527935"/>
            <a:ext cx="2228215" cy="965200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右箭头 39"/>
          <p:cNvSpPr/>
          <p:nvPr/>
        </p:nvSpPr>
        <p:spPr>
          <a:xfrm>
            <a:off x="4692650" y="1504950"/>
            <a:ext cx="1066800" cy="203200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4756150" y="1045845"/>
            <a:ext cx="106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数据块</a:t>
            </a:r>
            <a:br>
              <a:rPr lang="zh-CN" altLang="en-US" sz="1400">
                <a:latin typeface="黑体" charset="0"/>
                <a:ea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</a:rPr>
              <a:t>移动方向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2" name="矩形 1"/>
          <p:cNvSpPr/>
          <p:nvPr>
            <p:custDataLst>
              <p:tags r:id="rId30"/>
            </p:custDataLst>
          </p:nvPr>
        </p:nvSpPr>
        <p:spPr>
          <a:xfrm>
            <a:off x="6255385" y="91694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31"/>
            </p:custDataLst>
          </p:nvPr>
        </p:nvSpPr>
        <p:spPr>
          <a:xfrm>
            <a:off x="8825865" y="91694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32"/>
            </p:custDataLst>
          </p:nvPr>
        </p:nvSpPr>
        <p:spPr>
          <a:xfrm>
            <a:off x="9692005" y="916940"/>
            <a:ext cx="360000" cy="97472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>
            <p:custDataLst>
              <p:tags r:id="rId33"/>
            </p:custDataLst>
          </p:nvPr>
        </p:nvSpPr>
        <p:spPr>
          <a:xfrm>
            <a:off x="10052050" y="1499870"/>
            <a:ext cx="1066800" cy="203200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10115550" y="1040765"/>
            <a:ext cx="106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数据块</a:t>
            </a:r>
            <a:br>
              <a:rPr lang="zh-CN" altLang="en-US" sz="1400">
                <a:latin typeface="黑体" charset="0"/>
                <a:ea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</a:rPr>
              <a:t>移动方向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31" name="矩形 30"/>
          <p:cNvSpPr/>
          <p:nvPr>
            <p:custDataLst>
              <p:tags r:id="rId35"/>
            </p:custDataLst>
          </p:nvPr>
        </p:nvSpPr>
        <p:spPr>
          <a:xfrm>
            <a:off x="8826500" y="248475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肘形连接符 41"/>
          <p:cNvCxnSpPr>
            <a:stCxn id="9" idx="3"/>
            <a:endCxn id="31" idx="1"/>
          </p:cNvCxnSpPr>
          <p:nvPr>
            <p:custDataLst>
              <p:tags r:id="rId36"/>
            </p:custDataLst>
          </p:nvPr>
        </p:nvCxnSpPr>
        <p:spPr>
          <a:xfrm flipV="1">
            <a:off x="7426960" y="2574925"/>
            <a:ext cx="1399540" cy="85598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9258935" y="248475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44" name="矩形 43"/>
          <p:cNvSpPr/>
          <p:nvPr>
            <p:custDataLst>
              <p:tags r:id="rId38"/>
            </p:custDataLst>
          </p:nvPr>
        </p:nvSpPr>
        <p:spPr>
          <a:xfrm>
            <a:off x="8826500" y="266446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>
            <p:custDataLst>
              <p:tags r:id="rId39"/>
            </p:custDataLst>
          </p:nvPr>
        </p:nvSpPr>
        <p:spPr>
          <a:xfrm>
            <a:off x="8826500" y="284162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>
            <p:custDataLst>
              <p:tags r:id="rId40"/>
            </p:custDataLst>
          </p:nvPr>
        </p:nvSpPr>
        <p:spPr>
          <a:xfrm>
            <a:off x="8826500" y="302133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41"/>
            </p:custDataLst>
          </p:nvPr>
        </p:nvSpPr>
        <p:spPr>
          <a:xfrm>
            <a:off x="9006840" y="325755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42"/>
            </p:custDataLst>
          </p:nvPr>
        </p:nvSpPr>
        <p:spPr>
          <a:xfrm>
            <a:off x="9006840" y="333756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43"/>
            </p:custDataLst>
          </p:nvPr>
        </p:nvSpPr>
        <p:spPr>
          <a:xfrm>
            <a:off x="9006840" y="341757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>
            <p:custDataLst>
              <p:tags r:id="rId44"/>
            </p:custDataLst>
          </p:nvPr>
        </p:nvSpPr>
        <p:spPr>
          <a:xfrm>
            <a:off x="9006840" y="349758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45"/>
            </p:custDataLst>
          </p:nvPr>
        </p:nvSpPr>
        <p:spPr>
          <a:xfrm>
            <a:off x="9006840" y="357759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46"/>
            </p:custDataLst>
          </p:nvPr>
        </p:nvSpPr>
        <p:spPr>
          <a:xfrm>
            <a:off x="9006840" y="365760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47"/>
            </p:custDataLst>
          </p:nvPr>
        </p:nvSpPr>
        <p:spPr>
          <a:xfrm>
            <a:off x="9006840" y="373761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48"/>
            </p:custDataLst>
          </p:nvPr>
        </p:nvSpPr>
        <p:spPr>
          <a:xfrm>
            <a:off x="8826500" y="385508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49"/>
            </p:custDataLst>
          </p:nvPr>
        </p:nvSpPr>
        <p:spPr>
          <a:xfrm>
            <a:off x="8826500" y="403479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0"/>
            </p:custDataLst>
          </p:nvPr>
        </p:nvSpPr>
        <p:spPr>
          <a:xfrm>
            <a:off x="9258935" y="263080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2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51"/>
            </p:custDataLst>
          </p:nvPr>
        </p:nvSpPr>
        <p:spPr>
          <a:xfrm>
            <a:off x="9256395" y="27971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3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52"/>
            </p:custDataLst>
          </p:nvPr>
        </p:nvSpPr>
        <p:spPr>
          <a:xfrm>
            <a:off x="9256395" y="295592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4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53"/>
            </p:custDataLst>
          </p:nvPr>
        </p:nvSpPr>
        <p:spPr>
          <a:xfrm>
            <a:off x="9107170" y="377380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n-1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54"/>
            </p:custDataLst>
          </p:nvPr>
        </p:nvSpPr>
        <p:spPr>
          <a:xfrm>
            <a:off x="9107170" y="4124960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cxnSp>
        <p:nvCxnSpPr>
          <p:cNvPr id="61" name="肘形连接符 60"/>
          <p:cNvCxnSpPr>
            <a:stCxn id="37" idx="3"/>
            <a:endCxn id="55" idx="1"/>
          </p:cNvCxnSpPr>
          <p:nvPr>
            <p:custDataLst>
              <p:tags r:id="rId55"/>
            </p:custDataLst>
          </p:nvPr>
        </p:nvCxnSpPr>
        <p:spPr>
          <a:xfrm flipV="1">
            <a:off x="7426960" y="4124960"/>
            <a:ext cx="1399540" cy="5759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28" idx="2"/>
            <a:endCxn id="31" idx="0"/>
          </p:cNvCxnSpPr>
          <p:nvPr>
            <p:custDataLst>
              <p:tags r:id="rId56"/>
            </p:custDataLst>
          </p:nvPr>
        </p:nvCxnSpPr>
        <p:spPr>
          <a:xfrm rot="5400000">
            <a:off x="9143048" y="1755458"/>
            <a:ext cx="593090" cy="865505"/>
          </a:xfrm>
          <a:prstGeom prst="bentConnector3">
            <a:avLst>
              <a:gd name="adj1" fmla="val 49946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28" idx="2"/>
            <a:endCxn id="55" idx="2"/>
          </p:cNvCxnSpPr>
          <p:nvPr>
            <p:custDataLst>
              <p:tags r:id="rId57"/>
            </p:custDataLst>
          </p:nvPr>
        </p:nvCxnSpPr>
        <p:spPr>
          <a:xfrm rot="5400000">
            <a:off x="8278178" y="2620328"/>
            <a:ext cx="2322830" cy="865505"/>
          </a:xfrm>
          <a:prstGeom prst="bentConnector3">
            <a:avLst>
              <a:gd name="adj1" fmla="val 110238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482080" y="3247390"/>
            <a:ext cx="944880" cy="16363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5" name="文本框 354"/>
          <p:cNvSpPr txBox="1"/>
          <p:nvPr>
            <p:custDataLst>
              <p:tags r:id="rId1"/>
            </p:custDataLst>
          </p:nvPr>
        </p:nvSpPr>
        <p:spPr>
          <a:xfrm>
            <a:off x="7426960" y="3737610"/>
            <a:ext cx="9645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q_seq_len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550660" y="2905760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466465" y="92202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661920" y="1287145"/>
            <a:ext cx="804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d_model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537835" y="471805"/>
            <a:ext cx="14281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kv_seq_len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6482080" y="3247390"/>
            <a:ext cx="944880" cy="3663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187190" y="922020"/>
            <a:ext cx="360000" cy="97472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5332730" y="248475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肘形连接符 2"/>
          <p:cNvCxnSpPr>
            <a:stCxn id="9" idx="1"/>
            <a:endCxn id="11" idx="3"/>
          </p:cNvCxnSpPr>
          <p:nvPr/>
        </p:nvCxnSpPr>
        <p:spPr>
          <a:xfrm rot="10800000">
            <a:off x="5692775" y="2574925"/>
            <a:ext cx="789305" cy="855980"/>
          </a:xfrm>
          <a:prstGeom prst="bentConnector3">
            <a:avLst>
              <a:gd name="adj1" fmla="val 4996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10" idx="2"/>
            <a:endCxn id="11" idx="0"/>
          </p:cNvCxnSpPr>
          <p:nvPr/>
        </p:nvCxnSpPr>
        <p:spPr>
          <a:xfrm rot="5400000" flipV="1">
            <a:off x="4646295" y="1617980"/>
            <a:ext cx="588010" cy="114554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682490" y="248475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332730" y="266446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5332730" y="284162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5332730" y="302133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513070" y="325755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3"/>
            </p:custDataLst>
          </p:nvPr>
        </p:nvSpPr>
        <p:spPr>
          <a:xfrm>
            <a:off x="5513070" y="333756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5513070" y="341757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5"/>
            </p:custDataLst>
          </p:nvPr>
        </p:nvSpPr>
        <p:spPr>
          <a:xfrm>
            <a:off x="5513070" y="349758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6"/>
            </p:custDataLst>
          </p:nvPr>
        </p:nvSpPr>
        <p:spPr>
          <a:xfrm>
            <a:off x="5513070" y="357759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5513070" y="365760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5513070" y="373761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9"/>
            </p:custDataLst>
          </p:nvPr>
        </p:nvSpPr>
        <p:spPr>
          <a:xfrm>
            <a:off x="5332730" y="385508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5332730" y="403479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1"/>
            </p:custDataLst>
          </p:nvPr>
        </p:nvSpPr>
        <p:spPr>
          <a:xfrm>
            <a:off x="4682490" y="263080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2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22"/>
            </p:custDataLst>
          </p:nvPr>
        </p:nvSpPr>
        <p:spPr>
          <a:xfrm>
            <a:off x="4679950" y="27971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3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23"/>
            </p:custDataLst>
          </p:nvPr>
        </p:nvSpPr>
        <p:spPr>
          <a:xfrm>
            <a:off x="4682490" y="29876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4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4592955" y="381190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n-1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5"/>
            </p:custDataLst>
          </p:nvPr>
        </p:nvSpPr>
        <p:spPr>
          <a:xfrm>
            <a:off x="4654550" y="411162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37" name="矩形 36"/>
          <p:cNvSpPr/>
          <p:nvPr>
            <p:custDataLst>
              <p:tags r:id="rId26"/>
            </p:custDataLst>
          </p:nvPr>
        </p:nvSpPr>
        <p:spPr>
          <a:xfrm>
            <a:off x="6482080" y="4517390"/>
            <a:ext cx="944880" cy="3663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肘形连接符 37"/>
          <p:cNvCxnSpPr>
            <a:stCxn id="37" idx="1"/>
            <a:endCxn id="25" idx="3"/>
          </p:cNvCxnSpPr>
          <p:nvPr>
            <p:custDataLst>
              <p:tags r:id="rId27"/>
            </p:custDataLst>
          </p:nvPr>
        </p:nvCxnSpPr>
        <p:spPr>
          <a:xfrm rot="10800000">
            <a:off x="5692775" y="4124960"/>
            <a:ext cx="789305" cy="575945"/>
          </a:xfrm>
          <a:prstGeom prst="bentConnector3">
            <a:avLst>
              <a:gd name="adj1" fmla="val 4996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10" idx="2"/>
            <a:endCxn id="25" idx="1"/>
          </p:cNvCxnSpPr>
          <p:nvPr>
            <p:custDataLst>
              <p:tags r:id="rId28"/>
            </p:custDataLst>
          </p:nvPr>
        </p:nvCxnSpPr>
        <p:spPr>
          <a:xfrm rot="5400000" flipV="1">
            <a:off x="3736340" y="2527935"/>
            <a:ext cx="2228215" cy="965200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右箭头 39"/>
          <p:cNvSpPr/>
          <p:nvPr/>
        </p:nvSpPr>
        <p:spPr>
          <a:xfrm>
            <a:off x="4692650" y="1504950"/>
            <a:ext cx="1066800" cy="203200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4756150" y="1045845"/>
            <a:ext cx="106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数据块</a:t>
            </a:r>
            <a:br>
              <a:rPr lang="zh-CN" altLang="en-US" sz="1400">
                <a:latin typeface="黑体" charset="0"/>
                <a:ea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</a:rPr>
              <a:t>移动方向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2" name="矩形 1"/>
          <p:cNvSpPr/>
          <p:nvPr>
            <p:custDataLst>
              <p:tags r:id="rId30"/>
            </p:custDataLst>
          </p:nvPr>
        </p:nvSpPr>
        <p:spPr>
          <a:xfrm>
            <a:off x="6255385" y="91694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31"/>
            </p:custDataLst>
          </p:nvPr>
        </p:nvSpPr>
        <p:spPr>
          <a:xfrm>
            <a:off x="8825865" y="916940"/>
            <a:ext cx="2357120" cy="974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32"/>
            </p:custDataLst>
          </p:nvPr>
        </p:nvSpPr>
        <p:spPr>
          <a:xfrm>
            <a:off x="9692005" y="916940"/>
            <a:ext cx="360000" cy="97472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>
            <p:custDataLst>
              <p:tags r:id="rId33"/>
            </p:custDataLst>
          </p:nvPr>
        </p:nvSpPr>
        <p:spPr>
          <a:xfrm>
            <a:off x="10052050" y="1499870"/>
            <a:ext cx="1066800" cy="203200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10115550" y="1040765"/>
            <a:ext cx="106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</a:rPr>
              <a:t>数据块</a:t>
            </a:r>
            <a:br>
              <a:rPr lang="zh-CN" altLang="en-US" sz="1400">
                <a:latin typeface="黑体" charset="0"/>
                <a:ea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</a:rPr>
              <a:t>移动方向</a:t>
            </a:r>
            <a:endParaRPr lang="zh-CN" altLang="en-US" sz="1400">
              <a:latin typeface="黑体" charset="0"/>
              <a:ea typeface="黑体" charset="0"/>
            </a:endParaRPr>
          </a:p>
        </p:txBody>
      </p:sp>
      <p:sp>
        <p:nvSpPr>
          <p:cNvPr id="31" name="矩形 30"/>
          <p:cNvSpPr/>
          <p:nvPr>
            <p:custDataLst>
              <p:tags r:id="rId35"/>
            </p:custDataLst>
          </p:nvPr>
        </p:nvSpPr>
        <p:spPr>
          <a:xfrm>
            <a:off x="8826500" y="248475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肘形连接符 41"/>
          <p:cNvCxnSpPr>
            <a:stCxn id="9" idx="3"/>
            <a:endCxn id="31" idx="1"/>
          </p:cNvCxnSpPr>
          <p:nvPr>
            <p:custDataLst>
              <p:tags r:id="rId36"/>
            </p:custDataLst>
          </p:nvPr>
        </p:nvCxnSpPr>
        <p:spPr>
          <a:xfrm flipV="1">
            <a:off x="7426960" y="2574925"/>
            <a:ext cx="1399540" cy="85598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9258935" y="248475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44" name="矩形 43"/>
          <p:cNvSpPr/>
          <p:nvPr>
            <p:custDataLst>
              <p:tags r:id="rId38"/>
            </p:custDataLst>
          </p:nvPr>
        </p:nvSpPr>
        <p:spPr>
          <a:xfrm>
            <a:off x="8826500" y="266446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>
            <p:custDataLst>
              <p:tags r:id="rId39"/>
            </p:custDataLst>
          </p:nvPr>
        </p:nvSpPr>
        <p:spPr>
          <a:xfrm>
            <a:off x="8826500" y="284162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>
            <p:custDataLst>
              <p:tags r:id="rId40"/>
            </p:custDataLst>
          </p:nvPr>
        </p:nvSpPr>
        <p:spPr>
          <a:xfrm>
            <a:off x="8826500" y="302133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41"/>
            </p:custDataLst>
          </p:nvPr>
        </p:nvSpPr>
        <p:spPr>
          <a:xfrm>
            <a:off x="9006840" y="325755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42"/>
            </p:custDataLst>
          </p:nvPr>
        </p:nvSpPr>
        <p:spPr>
          <a:xfrm>
            <a:off x="9006840" y="333756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43"/>
            </p:custDataLst>
          </p:nvPr>
        </p:nvSpPr>
        <p:spPr>
          <a:xfrm>
            <a:off x="9006840" y="341757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>
            <p:custDataLst>
              <p:tags r:id="rId44"/>
            </p:custDataLst>
          </p:nvPr>
        </p:nvSpPr>
        <p:spPr>
          <a:xfrm>
            <a:off x="9006840" y="349758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45"/>
            </p:custDataLst>
          </p:nvPr>
        </p:nvSpPr>
        <p:spPr>
          <a:xfrm>
            <a:off x="9006840" y="357759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46"/>
            </p:custDataLst>
          </p:nvPr>
        </p:nvSpPr>
        <p:spPr>
          <a:xfrm>
            <a:off x="9006840" y="365760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47"/>
            </p:custDataLst>
          </p:nvPr>
        </p:nvSpPr>
        <p:spPr>
          <a:xfrm>
            <a:off x="9006840" y="3737610"/>
            <a:ext cx="36000" cy="36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48"/>
            </p:custDataLst>
          </p:nvPr>
        </p:nvSpPr>
        <p:spPr>
          <a:xfrm>
            <a:off x="8826500" y="3855085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49"/>
            </p:custDataLst>
          </p:nvPr>
        </p:nvSpPr>
        <p:spPr>
          <a:xfrm>
            <a:off x="8826500" y="4034790"/>
            <a:ext cx="360000" cy="18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0"/>
            </p:custDataLst>
          </p:nvPr>
        </p:nvSpPr>
        <p:spPr>
          <a:xfrm>
            <a:off x="9258935" y="263080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2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51"/>
            </p:custDataLst>
          </p:nvPr>
        </p:nvSpPr>
        <p:spPr>
          <a:xfrm>
            <a:off x="9256395" y="279717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3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52"/>
            </p:custDataLst>
          </p:nvPr>
        </p:nvSpPr>
        <p:spPr>
          <a:xfrm>
            <a:off x="9256395" y="2955925"/>
            <a:ext cx="65024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4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53"/>
            </p:custDataLst>
          </p:nvPr>
        </p:nvSpPr>
        <p:spPr>
          <a:xfrm>
            <a:off x="9107170" y="3773805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n-1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54"/>
            </p:custDataLst>
          </p:nvPr>
        </p:nvSpPr>
        <p:spPr>
          <a:xfrm>
            <a:off x="9107170" y="4124960"/>
            <a:ext cx="944880" cy="245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r>
              <a:rPr lang="en-US" altLang="zh-CN" sz="1000">
                <a:latin typeface="黑体" charset="0"/>
                <a:ea typeface="黑体" charset="0"/>
              </a:rPr>
              <a:t>block n</a:t>
            </a:r>
            <a:endParaRPr lang="en-US" altLang="zh-CN" sz="1000">
              <a:latin typeface="黑体" charset="0"/>
              <a:ea typeface="黑体" charset="0"/>
            </a:endParaRPr>
          </a:p>
        </p:txBody>
      </p:sp>
      <p:cxnSp>
        <p:nvCxnSpPr>
          <p:cNvPr id="61" name="肘形连接符 60"/>
          <p:cNvCxnSpPr>
            <a:stCxn id="37" idx="3"/>
            <a:endCxn id="55" idx="1"/>
          </p:cNvCxnSpPr>
          <p:nvPr>
            <p:custDataLst>
              <p:tags r:id="rId55"/>
            </p:custDataLst>
          </p:nvPr>
        </p:nvCxnSpPr>
        <p:spPr>
          <a:xfrm flipV="1">
            <a:off x="7426960" y="4124960"/>
            <a:ext cx="1399540" cy="5759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28" idx="2"/>
            <a:endCxn id="31" idx="0"/>
          </p:cNvCxnSpPr>
          <p:nvPr>
            <p:custDataLst>
              <p:tags r:id="rId56"/>
            </p:custDataLst>
          </p:nvPr>
        </p:nvCxnSpPr>
        <p:spPr>
          <a:xfrm rot="5400000">
            <a:off x="9143048" y="1755458"/>
            <a:ext cx="593090" cy="865505"/>
          </a:xfrm>
          <a:prstGeom prst="bentConnector3">
            <a:avLst>
              <a:gd name="adj1" fmla="val 49946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28" idx="2"/>
            <a:endCxn id="55" idx="2"/>
          </p:cNvCxnSpPr>
          <p:nvPr>
            <p:custDataLst>
              <p:tags r:id="rId57"/>
            </p:custDataLst>
          </p:nvPr>
        </p:nvCxnSpPr>
        <p:spPr>
          <a:xfrm rot="5400000">
            <a:off x="8278178" y="2620328"/>
            <a:ext cx="2322830" cy="865505"/>
          </a:xfrm>
          <a:prstGeom prst="bentConnector3">
            <a:avLst>
              <a:gd name="adj1" fmla="val 110238"/>
            </a:avLst>
          </a:prstGeom>
          <a:ln w="28575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770255"/>
            <a:ext cx="12192000" cy="4032250"/>
          </a:xfrm>
          <a:prstGeom prst="rect">
            <a:avLst/>
          </a:prstGeom>
        </p:spPr>
      </p:pic>
      <p:sp>
        <p:nvSpPr>
          <p:cNvPr id="6" name="左大括号 5"/>
          <p:cNvSpPr/>
          <p:nvPr/>
        </p:nvSpPr>
        <p:spPr>
          <a:xfrm rot="16200000">
            <a:off x="4325620" y="-767715"/>
            <a:ext cx="474345" cy="8866505"/>
          </a:xfrm>
          <a:prstGeom prst="leftBrace">
            <a:avLst>
              <a:gd name="adj1" fmla="val 8333"/>
              <a:gd name="adj2" fmla="val 49877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14980" y="4100195"/>
            <a:ext cx="30810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kernel launch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开销远大于计算开销</a:t>
            </a:r>
            <a:endParaRPr lang="zh-CN" altLang="en-US" sz="14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左大括号 7"/>
          <p:cNvSpPr/>
          <p:nvPr>
            <p:custDataLst>
              <p:tags r:id="rId3"/>
            </p:custDataLst>
          </p:nvPr>
        </p:nvSpPr>
        <p:spPr>
          <a:xfrm rot="16200000">
            <a:off x="10121900" y="2442210"/>
            <a:ext cx="504190" cy="2475865"/>
          </a:xfrm>
          <a:prstGeom prst="leftBrace">
            <a:avLst>
              <a:gd name="adj1" fmla="val 8333"/>
              <a:gd name="adj2" fmla="val 49877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558020" y="4100195"/>
            <a:ext cx="2134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实际计算时间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很短</a:t>
            </a:r>
            <a:endParaRPr lang="zh-CN" altLang="en-US" sz="1400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3975" y="748030"/>
            <a:ext cx="4923790" cy="3581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35570" y="748030"/>
            <a:ext cx="2516505" cy="35807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02125" y="4649470"/>
            <a:ext cx="4719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charset="0"/>
                <a:ea typeface="黑体" charset="0"/>
                <a:cs typeface="黑体" charset="0"/>
              </a:rPr>
              <a:t>左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优化前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launch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和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execute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开销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50us</a:t>
            </a:r>
            <a:br>
              <a:rPr lang="en-US" altLang="zh-CN">
                <a:latin typeface="黑体" charset="0"/>
                <a:ea typeface="黑体" charset="0"/>
                <a:cs typeface="黑体" charset="0"/>
              </a:rPr>
            </a:b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右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优化后下降到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5us</a:t>
            </a:r>
            <a:endParaRPr lang="en-US" altLang="zh-CN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78430" y="938530"/>
            <a:ext cx="6615430" cy="3975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13050" y="4637405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charset="0"/>
                <a:ea typeface="黑体" charset="0"/>
              </a:rPr>
              <a:t>fuse gemv&amp;ReLU</a:t>
            </a:r>
            <a:endParaRPr lang="en-US" altLang="zh-CN">
              <a:latin typeface="黑体" charset="0"/>
              <a:ea typeface="黑体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312535" y="4637405"/>
            <a:ext cx="494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charset="0"/>
                <a:ea typeface="黑体" charset="0"/>
                <a:cs typeface="黑体" charset="0"/>
              </a:rPr>
              <a:t>gemv launch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和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execute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开销下降到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4.5us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内</a:t>
            </a:r>
            <a:endParaRPr lang="zh-CN" altLang="en-US"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074795" y="3825875"/>
            <a:ext cx="607060" cy="7880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4"/>
            </p:custDataLst>
          </p:nvPr>
        </p:nvCxnSpPr>
        <p:spPr>
          <a:xfrm>
            <a:off x="7845425" y="3825875"/>
            <a:ext cx="739140" cy="84645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61325" y="1630680"/>
            <a:ext cx="3959225" cy="2054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630680"/>
            <a:ext cx="7944485" cy="2305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10735" y="3890010"/>
            <a:ext cx="4427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左</a:t>
            </a:r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优化前</a:t>
            </a:r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 scatter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总耗时</a:t>
            </a:r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18us</a:t>
            </a:r>
            <a:br>
              <a:rPr lang="en-US" altLang="zh-CN" sz="1400">
                <a:latin typeface="黑体" charset="0"/>
                <a:ea typeface="黑体" charset="0"/>
                <a:cs typeface="黑体" charset="0"/>
              </a:rPr>
            </a:b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右</a:t>
            </a:r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1400">
                <a:latin typeface="黑体" charset="0"/>
                <a:ea typeface="黑体" charset="0"/>
                <a:cs typeface="黑体" charset="0"/>
              </a:rPr>
              <a:t>优化后下降到</a:t>
            </a:r>
            <a:r>
              <a:rPr lang="en-US" altLang="zh-CN" sz="1400">
                <a:latin typeface="黑体" charset="0"/>
                <a:ea typeface="黑体" charset="0"/>
                <a:cs typeface="黑体" charset="0"/>
              </a:rPr>
              <a:t>2.4us</a:t>
            </a:r>
            <a:endParaRPr lang="en-US" altLang="zh-CN" sz="1400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" name="表格 25"/>
          <p:cNvGraphicFramePr/>
          <p:nvPr/>
        </p:nvGraphicFramePr>
        <p:xfrm>
          <a:off x="1465263" y="1704340"/>
          <a:ext cx="9261475" cy="3251200"/>
        </p:xfrm>
        <a:graphic>
          <a:graphicData uri="http://schemas.openxmlformats.org/drawingml/2006/table">
            <a:tbl>
              <a:tblPr/>
              <a:tblGrid>
                <a:gridCol w="1524000"/>
                <a:gridCol w="1916113"/>
                <a:gridCol w="969962"/>
                <a:gridCol w="969963"/>
                <a:gridCol w="969962"/>
                <a:gridCol w="971550"/>
                <a:gridCol w="969963"/>
                <a:gridCol w="969962"/>
              </a:tblGrid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 b="1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All Token Num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64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256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512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2048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4096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</a:tr>
              <a:tr h="20320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input_dim256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RtpMoeGEMM实现(ms)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0.387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0.385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0.384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0.389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全部专家参与计算(ms)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0.221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0.347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0.518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0.889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1.663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3.233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</a:tr>
              <a:tr h="20320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input_dim512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RtpMoeGEMM实现(ms)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0.435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0.436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0.443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0.499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全部专家参与计算(ms)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0.331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0.991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2.161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2.738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5.245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</a:tr>
              <a:tr h="20320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input_dim1024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RtpMoeGEMM实现(ms)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0.539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0.542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0.547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0.555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0.625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0.714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全部专家参与计算(ms)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0.54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0.973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1.615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2.872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5.273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10.107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</a:tr>
              <a:tr h="20320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input_dim4096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RtpMoeGEMM实现(ms)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1.139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1.149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1.154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1.215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1.345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1.554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全部专家参与计算(ms)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1.916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3.689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6.229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11.218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19.962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38.322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FCD"/>
                    </a:solidFill>
                  </a:tcPr>
                </a:tc>
              </a:tr>
              <a:tr h="20320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input_dim8192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RtpMoeGEMM实现(ms)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1.926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1.933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1.988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2.094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2.313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2.664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vMerge="1"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全部专家参与计算(ms)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3.696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7.276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12.346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21.957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39.95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78.656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90015" y="1226185"/>
            <a:ext cx="7615555" cy="3564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WPS 演示</Application>
  <PresentationFormat>宽屏</PresentationFormat>
  <Paragraphs>344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黑体</vt:lpstr>
      <vt:lpstr>汉仪中黑KW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张钰</cp:lastModifiedBy>
  <cp:revision>17</cp:revision>
  <dcterms:created xsi:type="dcterms:W3CDTF">2025-11-24T09:32:50Z</dcterms:created>
  <dcterms:modified xsi:type="dcterms:W3CDTF">2025-11-24T09:32:50Z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B0C1CF660BA3499D493E1469705D3722_41</vt:lpwstr>
  </property>
</Properties>
</file>